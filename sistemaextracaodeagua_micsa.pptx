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2" r:id="rId6"/>
    <p:sldId id="276" r:id="rId7"/>
    <p:sldId id="279" r:id="rId8"/>
    <p:sldId id="277" r:id="rId9"/>
    <p:sldId id="287" r:id="rId10"/>
    <p:sldId id="288" r:id="rId11"/>
    <p:sldId id="283" r:id="rId12"/>
    <p:sldId id="284" r:id="rId13"/>
    <p:sldId id="281" r:id="rId14"/>
    <p:sldId id="282" r:id="rId15"/>
    <p:sldId id="278" r:id="rId16"/>
    <p:sldId id="265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61" d="100"/>
          <a:sy n="61" d="100"/>
        </p:scale>
        <p:origin x="844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20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CBFA2408-FCE1-4E55-ADA6-CE1C43BB795C}" type="datetime1">
              <a:rPr lang="pt-PT" smtClean="0"/>
              <a:t>23/06/2024</a:t>
            </a:fld>
            <a:endParaRPr lang="pt-PT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ACAF8E-318A-4EFE-8633-D9E72ABCE0ED}" type="slidenum">
              <a:rPr lang="pt-PT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1427C14E-7B0C-4F30-AD4C-0852CCA2A490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5EE2CF44-2B13-41B4-A334-1CDF534EEBBF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pt-PT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5553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pt-PT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870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pt-PT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114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pt-PT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361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7" name="Retângulo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 latinLnBrk="0">
              <a:lnSpc>
                <a:spcPct val="80000"/>
              </a:lnSpc>
              <a:defRPr lang="pt-PT" sz="5400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0"/>
              </a:spcBef>
              <a:buNone/>
              <a:defRPr lang="pt-PT" sz="2000">
                <a:solidFill>
                  <a:schemeClr val="accent1"/>
                </a:solidFill>
                <a:latin typeface="+mj-lt"/>
              </a:defRPr>
            </a:lvl1pPr>
            <a:lvl2pPr marL="457200" indent="0" algn="ctr" latinLnBrk="0">
              <a:buNone/>
              <a:defRPr lang="pt-PT" sz="2000"/>
            </a:lvl2pPr>
            <a:lvl3pPr marL="914400" indent="0" algn="ctr" latinLnBrk="0">
              <a:buNone/>
              <a:defRPr lang="pt-PT" sz="1800"/>
            </a:lvl3pPr>
            <a:lvl4pPr marL="1371600" indent="0" algn="ctr" latinLnBrk="0">
              <a:buNone/>
              <a:defRPr lang="pt-PT" sz="1600"/>
            </a:lvl4pPr>
            <a:lvl5pPr marL="1828800" indent="0" algn="ctr" latinLnBrk="0">
              <a:buNone/>
              <a:defRPr lang="pt-PT" sz="1600"/>
            </a:lvl5pPr>
            <a:lvl6pPr marL="2286000" indent="0" algn="ctr" latinLnBrk="0">
              <a:buNone/>
              <a:defRPr lang="pt-PT" sz="1600"/>
            </a:lvl6pPr>
            <a:lvl7pPr marL="2743200" indent="0" algn="ctr" latinLnBrk="0">
              <a:buNone/>
              <a:defRPr lang="pt-PT" sz="1600"/>
            </a:lvl7pPr>
            <a:lvl8pPr marL="3200400" indent="0" algn="ctr" latinLnBrk="0">
              <a:buNone/>
              <a:defRPr lang="pt-PT" sz="1600"/>
            </a:lvl8pPr>
            <a:lvl9pPr marL="3657600" indent="0" algn="ctr" latinLnBrk="0">
              <a:buNone/>
              <a:defRPr lang="pt-PT" sz="1600"/>
            </a:lvl9pPr>
          </a:lstStyle>
          <a:p>
            <a:r>
              <a:rPr lang="pt-PT"/>
              <a:t>Clique para editar o estilo de subtítulo do Modelo Global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5pPr latinLnBrk="0">
              <a:defRPr lang="pt-PT"/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F2AC09-AFCF-4C26-BBB3-C8EE67D3D217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 latinLnBrk="0">
              <a:defRPr lang="pt-PT" sz="5400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 latinLnBrk="0">
              <a:spcBef>
                <a:spcPts val="0"/>
              </a:spcBef>
              <a:buNone/>
              <a:defRPr lang="pt-PT" sz="2000">
                <a:solidFill>
                  <a:schemeClr val="accent1"/>
                </a:solidFill>
                <a:latin typeface="+mj-lt"/>
              </a:defRPr>
            </a:lvl1pPr>
            <a:lvl2pPr marL="457200" indent="0" latinLnBrk="0">
              <a:buNone/>
              <a:defRPr lang="pt-PT" sz="2000"/>
            </a:lvl2pPr>
            <a:lvl3pPr marL="914400" indent="0" latinLnBrk="0">
              <a:buNone/>
              <a:defRPr lang="pt-PT" sz="1800"/>
            </a:lvl3pPr>
            <a:lvl4pPr marL="1371600" indent="0" latinLnBrk="0">
              <a:buNone/>
              <a:defRPr lang="pt-PT" sz="1600"/>
            </a:lvl4pPr>
            <a:lvl5pPr marL="1828800" indent="0" latinLnBrk="0">
              <a:buNone/>
              <a:defRPr lang="pt-PT" sz="1600"/>
            </a:lvl5pPr>
            <a:lvl6pPr marL="2286000" indent="0" latinLnBrk="0">
              <a:buNone/>
              <a:defRPr lang="pt-PT" sz="1600"/>
            </a:lvl6pPr>
            <a:lvl7pPr marL="2743200" indent="0" latinLnBrk="0">
              <a:buNone/>
              <a:defRPr lang="pt-PT" sz="1600"/>
            </a:lvl7pPr>
            <a:lvl8pPr marL="3200400" indent="0" latinLnBrk="0">
              <a:buNone/>
              <a:defRPr lang="pt-PT" sz="1600"/>
            </a:lvl8pPr>
            <a:lvl9pPr marL="3657600" indent="0" latinLnBrk="0">
              <a:buNone/>
              <a:defRPr lang="pt-PT"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 latinLnBrk="0">
              <a:defRPr lang="pt-PT" sz="2000"/>
            </a:lvl1pPr>
            <a:lvl2pPr latinLnBrk="0">
              <a:defRPr lang="pt-PT" sz="1800"/>
            </a:lvl2pPr>
            <a:lvl3pPr latinLnBrk="0">
              <a:defRPr lang="pt-PT" sz="1600"/>
            </a:lvl3pPr>
            <a:lvl4pPr latinLnBrk="0">
              <a:defRPr lang="pt-PT" sz="1400"/>
            </a:lvl4pPr>
            <a:lvl5pPr latinLnBrk="0">
              <a:defRPr lang="pt-PT" sz="1400"/>
            </a:lvl5pPr>
            <a:lvl6pPr latinLnBrk="0">
              <a:defRPr lang="pt-PT" sz="1400"/>
            </a:lvl6pPr>
            <a:lvl7pPr latinLnBrk="0">
              <a:defRPr lang="pt-PT" sz="1400"/>
            </a:lvl7pPr>
            <a:lvl8pPr latinLnBrk="0">
              <a:defRPr lang="pt-PT" sz="1400"/>
            </a:lvl8pPr>
            <a:lvl9pPr latinLnBrk="0">
              <a:defRPr lang="pt-PT"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 latinLnBrk="0">
              <a:defRPr lang="pt-PT" sz="2000"/>
            </a:lvl1pPr>
            <a:lvl2pPr latinLnBrk="0">
              <a:defRPr lang="pt-PT" sz="1800"/>
            </a:lvl2pPr>
            <a:lvl3pPr latinLnBrk="0">
              <a:defRPr lang="pt-PT" sz="1600"/>
            </a:lvl3pPr>
            <a:lvl4pPr latinLnBrk="0">
              <a:defRPr lang="pt-PT" sz="1400"/>
            </a:lvl4pPr>
            <a:lvl5pPr latinLnBrk="0">
              <a:defRPr lang="pt-PT" sz="1400"/>
            </a:lvl5pPr>
            <a:lvl6pPr latinLnBrk="0">
              <a:defRPr lang="pt-PT" sz="1400"/>
            </a:lvl6pPr>
            <a:lvl7pPr latinLnBrk="0">
              <a:defRPr lang="pt-PT" sz="1400"/>
            </a:lvl7pPr>
            <a:lvl8pPr latinLnBrk="0">
              <a:defRPr lang="pt-PT" sz="1400"/>
            </a:lvl8pPr>
            <a:lvl9pPr latinLnBrk="0">
              <a:defRPr lang="pt-PT"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8D0948-058A-40F0-93F6-C8CCF1302E81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pt-PT" sz="22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pt-PT" sz="2000" b="1"/>
            </a:lvl2pPr>
            <a:lvl3pPr marL="914400" indent="0" latinLnBrk="0">
              <a:buNone/>
              <a:defRPr lang="pt-PT" sz="1800" b="1"/>
            </a:lvl3pPr>
            <a:lvl4pPr marL="1371600" indent="0" latinLnBrk="0">
              <a:buNone/>
              <a:defRPr lang="pt-PT" sz="1600" b="1"/>
            </a:lvl4pPr>
            <a:lvl5pPr marL="1828800" indent="0" latinLnBrk="0">
              <a:buNone/>
              <a:defRPr lang="pt-PT" sz="1600" b="1"/>
            </a:lvl5pPr>
            <a:lvl6pPr marL="2286000" indent="0" latinLnBrk="0">
              <a:buNone/>
              <a:defRPr lang="pt-PT" sz="1600" b="1"/>
            </a:lvl6pPr>
            <a:lvl7pPr marL="2743200" indent="0" latinLnBrk="0">
              <a:buNone/>
              <a:defRPr lang="pt-PT" sz="1600" b="1"/>
            </a:lvl7pPr>
            <a:lvl8pPr marL="3200400" indent="0" latinLnBrk="0">
              <a:buNone/>
              <a:defRPr lang="pt-PT" sz="1600" b="1"/>
            </a:lvl8pPr>
            <a:lvl9pPr marL="3657600" indent="0" latinLnBrk="0">
              <a:buNone/>
              <a:defRPr lang="pt-PT"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 latinLnBrk="0">
              <a:defRPr lang="pt-PT" sz="2000"/>
            </a:lvl1pPr>
            <a:lvl2pPr latinLnBrk="0">
              <a:defRPr lang="pt-PT" sz="1800"/>
            </a:lvl2pPr>
            <a:lvl3pPr latinLnBrk="0">
              <a:defRPr lang="pt-PT" sz="1600"/>
            </a:lvl3pPr>
            <a:lvl4pPr latinLnBrk="0">
              <a:defRPr lang="pt-PT" sz="1400"/>
            </a:lvl4pPr>
            <a:lvl5pPr latinLnBrk="0">
              <a:defRPr lang="pt-PT" sz="1400"/>
            </a:lvl5pPr>
            <a:lvl6pPr latinLnBrk="0">
              <a:defRPr lang="pt-PT" sz="1400"/>
            </a:lvl6pPr>
            <a:lvl7pPr latinLnBrk="0">
              <a:defRPr lang="pt-PT" sz="1400"/>
            </a:lvl7pPr>
            <a:lvl8pPr latinLnBrk="0">
              <a:defRPr lang="pt-PT" sz="1400"/>
            </a:lvl8pPr>
            <a:lvl9pPr latinLnBrk="0">
              <a:defRPr lang="pt-PT"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pt-PT" sz="22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pt-PT" sz="2000" b="1"/>
            </a:lvl2pPr>
            <a:lvl3pPr marL="914400" indent="0" latinLnBrk="0">
              <a:buNone/>
              <a:defRPr lang="pt-PT" sz="1800" b="1"/>
            </a:lvl3pPr>
            <a:lvl4pPr marL="1371600" indent="0" latinLnBrk="0">
              <a:buNone/>
              <a:defRPr lang="pt-PT" sz="1600" b="1"/>
            </a:lvl4pPr>
            <a:lvl5pPr marL="1828800" indent="0" latinLnBrk="0">
              <a:buNone/>
              <a:defRPr lang="pt-PT" sz="1600" b="1"/>
            </a:lvl5pPr>
            <a:lvl6pPr marL="2286000" indent="0" latinLnBrk="0">
              <a:buNone/>
              <a:defRPr lang="pt-PT" sz="1600" b="1"/>
            </a:lvl6pPr>
            <a:lvl7pPr marL="2743200" indent="0" latinLnBrk="0">
              <a:buNone/>
              <a:defRPr lang="pt-PT" sz="1600" b="1"/>
            </a:lvl7pPr>
            <a:lvl8pPr marL="3200400" indent="0" latinLnBrk="0">
              <a:buNone/>
              <a:defRPr lang="pt-PT" sz="1600" b="1"/>
            </a:lvl8pPr>
            <a:lvl9pPr marL="3657600" indent="0" latinLnBrk="0">
              <a:buNone/>
              <a:defRPr lang="pt-PT"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 latinLnBrk="0">
              <a:defRPr lang="pt-PT" sz="2000"/>
            </a:lvl1pPr>
            <a:lvl2pPr latinLnBrk="0">
              <a:defRPr lang="pt-PT" sz="1800"/>
            </a:lvl2pPr>
            <a:lvl3pPr latinLnBrk="0">
              <a:defRPr lang="pt-PT" sz="1600"/>
            </a:lvl3pPr>
            <a:lvl4pPr latinLnBrk="0">
              <a:defRPr lang="pt-PT" sz="1400"/>
            </a:lvl4pPr>
            <a:lvl5pPr latinLnBrk="0">
              <a:defRPr lang="pt-PT" sz="1400"/>
            </a:lvl5pPr>
            <a:lvl6pPr latinLnBrk="0">
              <a:defRPr lang="pt-PT" sz="1400"/>
            </a:lvl6pPr>
            <a:lvl7pPr latinLnBrk="0">
              <a:defRPr lang="pt-PT" sz="1400"/>
            </a:lvl7pPr>
            <a:lvl8pPr latinLnBrk="0">
              <a:defRPr lang="pt-PT" sz="1400"/>
            </a:lvl8pPr>
            <a:lvl9pPr latinLnBrk="0">
              <a:defRPr lang="pt-PT"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675636-0D4C-481D-BE38-62021FAE6DB7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DCD0C5-2838-474A-AB1B-A918113A42B4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9C97FF-B3D8-4A05-8274-1E4DD87E9196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 latinLnBrk="0">
              <a:defRPr lang="pt-PT" sz="3400"/>
            </a:lvl1pPr>
          </a:lstStyle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 latinLnBrk="0">
              <a:defRPr lang="pt-PT" sz="2000"/>
            </a:lvl1pPr>
            <a:lvl2pPr latinLnBrk="0">
              <a:defRPr lang="pt-PT" sz="1800"/>
            </a:lvl2pPr>
            <a:lvl3pPr latinLnBrk="0">
              <a:defRPr lang="pt-PT" sz="1600"/>
            </a:lvl3pPr>
            <a:lvl4pPr latinLnBrk="0">
              <a:defRPr lang="pt-PT" sz="1400"/>
            </a:lvl4pPr>
            <a:lvl5pPr latinLnBrk="0">
              <a:defRPr lang="pt-PT" sz="1400"/>
            </a:lvl5pPr>
            <a:lvl6pPr latinLnBrk="0">
              <a:defRPr lang="pt-PT" sz="1400"/>
            </a:lvl6pPr>
            <a:lvl7pPr latinLnBrk="0">
              <a:defRPr lang="pt-PT" sz="1400"/>
            </a:lvl7pPr>
            <a:lvl8pPr latinLnBrk="0">
              <a:defRPr lang="pt-PT" sz="1400"/>
            </a:lvl8pPr>
            <a:lvl9pPr latinLnBrk="0">
              <a:defRPr lang="pt-PT"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 latinLnBrk="0">
              <a:spcBef>
                <a:spcPts val="0"/>
              </a:spcBef>
              <a:buNone/>
              <a:defRPr lang="pt-PT" sz="1600"/>
            </a:lvl1pPr>
            <a:lvl2pPr marL="457200" indent="0" latinLnBrk="0">
              <a:buNone/>
              <a:defRPr lang="pt-PT" sz="1400"/>
            </a:lvl2pPr>
            <a:lvl3pPr marL="914400" indent="0" latinLnBrk="0">
              <a:buNone/>
              <a:defRPr lang="pt-PT" sz="1200"/>
            </a:lvl3pPr>
            <a:lvl4pPr marL="1371600" indent="0" latinLnBrk="0">
              <a:buNone/>
              <a:defRPr lang="pt-PT" sz="1000"/>
            </a:lvl4pPr>
            <a:lvl5pPr marL="1828800" indent="0" latinLnBrk="0">
              <a:buNone/>
              <a:defRPr lang="pt-PT" sz="1000"/>
            </a:lvl5pPr>
            <a:lvl6pPr marL="2286000" indent="0" latinLnBrk="0">
              <a:buNone/>
              <a:defRPr lang="pt-PT" sz="1000"/>
            </a:lvl6pPr>
            <a:lvl7pPr marL="2743200" indent="0" latinLnBrk="0">
              <a:buNone/>
              <a:defRPr lang="pt-PT" sz="1000"/>
            </a:lvl7pPr>
            <a:lvl8pPr marL="3200400" indent="0" latinLnBrk="0">
              <a:buNone/>
              <a:defRPr lang="pt-PT" sz="1000"/>
            </a:lvl8pPr>
            <a:lvl9pPr marL="3657600" indent="0" latinLnBrk="0">
              <a:buNone/>
              <a:defRPr lang="pt-PT"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0DE2F4-ED63-478D-BEFA-9EF2A5423405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 latinLnBrk="0">
              <a:defRPr lang="pt-PT" sz="3400"/>
            </a:lvl1pPr>
          </a:lstStyle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 latinLnBrk="0">
              <a:buNone/>
              <a:defRPr lang="pt-PT" sz="2000"/>
            </a:lvl1pPr>
            <a:lvl2pPr marL="457200" indent="0" latinLnBrk="0">
              <a:buNone/>
              <a:defRPr lang="pt-PT" sz="2800"/>
            </a:lvl2pPr>
            <a:lvl3pPr marL="914400" indent="0" latinLnBrk="0">
              <a:buNone/>
              <a:defRPr lang="pt-PT" sz="2400"/>
            </a:lvl3pPr>
            <a:lvl4pPr marL="1371600" indent="0" latinLnBrk="0">
              <a:buNone/>
              <a:defRPr lang="pt-PT" sz="2000"/>
            </a:lvl4pPr>
            <a:lvl5pPr marL="1828800" indent="0" latinLnBrk="0">
              <a:buNone/>
              <a:defRPr lang="pt-PT" sz="2000"/>
            </a:lvl5pPr>
            <a:lvl6pPr marL="2286000" indent="0" latinLnBrk="0">
              <a:buNone/>
              <a:defRPr lang="pt-PT" sz="2000"/>
            </a:lvl6pPr>
            <a:lvl7pPr marL="2743200" indent="0" latinLnBrk="0">
              <a:buNone/>
              <a:defRPr lang="pt-PT" sz="2000"/>
            </a:lvl7pPr>
            <a:lvl8pPr marL="3200400" indent="0" latinLnBrk="0">
              <a:buNone/>
              <a:defRPr lang="pt-PT" sz="2000"/>
            </a:lvl8pPr>
            <a:lvl9pPr marL="3657600" indent="0" latinLnBrk="0">
              <a:buNone/>
              <a:defRPr lang="pt-PT" sz="2000"/>
            </a:lvl9pPr>
          </a:lstStyle>
          <a:p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 latinLnBrk="0">
              <a:spcBef>
                <a:spcPts val="0"/>
              </a:spcBef>
              <a:buNone/>
              <a:defRPr lang="pt-PT" sz="1600"/>
            </a:lvl1pPr>
            <a:lvl2pPr marL="457200" indent="0" latinLnBrk="0">
              <a:buNone/>
              <a:defRPr lang="pt-PT" sz="1400"/>
            </a:lvl2pPr>
            <a:lvl3pPr marL="914400" indent="0" latinLnBrk="0">
              <a:buNone/>
              <a:defRPr lang="pt-PT" sz="1200"/>
            </a:lvl3pPr>
            <a:lvl4pPr marL="1371600" indent="0" latinLnBrk="0">
              <a:buNone/>
              <a:defRPr lang="pt-PT" sz="1000"/>
            </a:lvl4pPr>
            <a:lvl5pPr marL="1828800" indent="0" latinLnBrk="0">
              <a:buNone/>
              <a:defRPr lang="pt-PT" sz="1000"/>
            </a:lvl5pPr>
            <a:lvl6pPr marL="2286000" indent="0" latinLnBrk="0">
              <a:buNone/>
              <a:defRPr lang="pt-PT" sz="1000"/>
            </a:lvl6pPr>
            <a:lvl7pPr marL="2743200" indent="0" latinLnBrk="0">
              <a:buNone/>
              <a:defRPr lang="pt-PT" sz="1000"/>
            </a:lvl7pPr>
            <a:lvl8pPr marL="3200400" indent="0" latinLnBrk="0">
              <a:buNone/>
              <a:defRPr lang="pt-PT" sz="1000"/>
            </a:lvl8pPr>
            <a:lvl9pPr marL="3657600" indent="0" latinLnBrk="0">
              <a:buNone/>
              <a:defRPr lang="pt-PT"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49D9F2-82DA-46AE-9D3E-B87D551CB199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5C25A2-3809-4BC1-8AB6-88694293BCAA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pt-PT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8A507A-C739-481A-A9A0-AF571BCD8EAE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pt-PT"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93F6053F-6563-4C74-9C89-29D296111010}" type="datetime1">
              <a:rPr lang="pt-PT" smtClean="0"/>
              <a:pPr/>
              <a:t>23/06/2024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pt-PT"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pt-PT"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pt-PT" smtClean="0"/>
              <a:pPr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lang="pt-PT"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lang="pt-PT"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pt-PT"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pt-PT"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pt-PT"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pt-PT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pt-PT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pt-PT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lang="pt-PT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P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866;p33">
            <a:extLst>
              <a:ext uri="{FF2B5EF4-FFF2-40B4-BE49-F238E27FC236}">
                <a16:creationId xmlns:a16="http://schemas.microsoft.com/office/drawing/2014/main" id="{AF92995A-FA2F-F135-D770-754BD9005522}"/>
              </a:ext>
            </a:extLst>
          </p:cNvPr>
          <p:cNvGrpSpPr/>
          <p:nvPr/>
        </p:nvGrpSpPr>
        <p:grpSpPr>
          <a:xfrm rot="10800000">
            <a:off x="5797106" y="4005064"/>
            <a:ext cx="6404944" cy="3849131"/>
            <a:chOff x="-85248" y="3960975"/>
            <a:chExt cx="1740993" cy="962379"/>
          </a:xfrm>
          <a:solidFill>
            <a:schemeClr val="tx2">
              <a:lumMod val="50000"/>
            </a:schemeClr>
          </a:solidFill>
        </p:grpSpPr>
        <p:grpSp>
          <p:nvGrpSpPr>
            <p:cNvPr id="6" name="Google Shape;867;p33">
              <a:extLst>
                <a:ext uri="{FF2B5EF4-FFF2-40B4-BE49-F238E27FC236}">
                  <a16:creationId xmlns:a16="http://schemas.microsoft.com/office/drawing/2014/main" id="{B9D6E5E2-B7D8-1158-0864-F13F8A8C59D6}"/>
                </a:ext>
              </a:extLst>
            </p:cNvPr>
            <p:cNvGrpSpPr/>
            <p:nvPr/>
          </p:nvGrpSpPr>
          <p:grpSpPr>
            <a:xfrm>
              <a:off x="-44137" y="3960975"/>
              <a:ext cx="1699882" cy="459178"/>
              <a:chOff x="-101291" y="3971002"/>
              <a:chExt cx="1699882" cy="459178"/>
            </a:xfrm>
            <a:grpFill/>
          </p:grpSpPr>
          <p:sp>
            <p:nvSpPr>
              <p:cNvPr id="13" name="Google Shape;868;p33">
                <a:extLst>
                  <a:ext uri="{FF2B5EF4-FFF2-40B4-BE49-F238E27FC236}">
                    <a16:creationId xmlns:a16="http://schemas.microsoft.com/office/drawing/2014/main" id="{B08471F7-5D6A-F2D3-7462-6439D02D44D1}"/>
                  </a:ext>
                </a:extLst>
              </p:cNvPr>
              <p:cNvSpPr/>
              <p:nvPr/>
            </p:nvSpPr>
            <p:spPr>
              <a:xfrm rot="16200000">
                <a:off x="481437" y="3421913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grpFill/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869;p33">
                <a:extLst>
                  <a:ext uri="{FF2B5EF4-FFF2-40B4-BE49-F238E27FC236}">
                    <a16:creationId xmlns:a16="http://schemas.microsoft.com/office/drawing/2014/main" id="{0EE92CF0-D222-F5CC-E2D2-C2B64C8947F4}"/>
                  </a:ext>
                </a:extLst>
              </p:cNvPr>
              <p:cNvSpPr/>
              <p:nvPr/>
            </p:nvSpPr>
            <p:spPr>
              <a:xfrm>
                <a:off x="1480016" y="397100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grpFill/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870;p33">
              <a:extLst>
                <a:ext uri="{FF2B5EF4-FFF2-40B4-BE49-F238E27FC236}">
                  <a16:creationId xmlns:a16="http://schemas.microsoft.com/office/drawing/2014/main" id="{AA8EB493-97C9-C409-2187-73B8CAB95ABE}"/>
                </a:ext>
              </a:extLst>
            </p:cNvPr>
            <p:cNvGrpSpPr/>
            <p:nvPr/>
          </p:nvGrpSpPr>
          <p:grpSpPr>
            <a:xfrm>
              <a:off x="-85248" y="4203623"/>
              <a:ext cx="1680836" cy="469195"/>
              <a:chOff x="-35117" y="4163517"/>
              <a:chExt cx="1680836" cy="469195"/>
            </a:xfrm>
            <a:grpFill/>
          </p:grpSpPr>
          <p:sp>
            <p:nvSpPr>
              <p:cNvPr id="11" name="Google Shape;871;p33">
                <a:extLst>
                  <a:ext uri="{FF2B5EF4-FFF2-40B4-BE49-F238E27FC236}">
                    <a16:creationId xmlns:a16="http://schemas.microsoft.com/office/drawing/2014/main" id="{63E5F299-FF61-73F0-95D8-351D47BD7F63}"/>
                  </a:ext>
                </a:extLst>
              </p:cNvPr>
              <p:cNvSpPr/>
              <p:nvPr/>
            </p:nvSpPr>
            <p:spPr>
              <a:xfrm rot="16200000">
                <a:off x="547610" y="3624446"/>
                <a:ext cx="425539" cy="1590994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grpFill/>
              <a:ln w="9525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872;p33">
                <a:extLst>
                  <a:ext uri="{FF2B5EF4-FFF2-40B4-BE49-F238E27FC236}">
                    <a16:creationId xmlns:a16="http://schemas.microsoft.com/office/drawing/2014/main" id="{33E5E2E4-88F3-B84F-17DF-1F0E7BD22B90}"/>
                  </a:ext>
                </a:extLst>
              </p:cNvPr>
              <p:cNvSpPr/>
              <p:nvPr/>
            </p:nvSpPr>
            <p:spPr>
              <a:xfrm>
                <a:off x="1527144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grpFill/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873;p33">
              <a:extLst>
                <a:ext uri="{FF2B5EF4-FFF2-40B4-BE49-F238E27FC236}">
                  <a16:creationId xmlns:a16="http://schemas.microsoft.com/office/drawing/2014/main" id="{4AD2D705-2E64-B5D1-7F40-3569BF7EC2E3}"/>
                </a:ext>
              </a:extLst>
            </p:cNvPr>
            <p:cNvGrpSpPr/>
            <p:nvPr/>
          </p:nvGrpSpPr>
          <p:grpSpPr>
            <a:xfrm>
              <a:off x="-85248" y="4454155"/>
              <a:ext cx="1680836" cy="469199"/>
              <a:chOff x="-35117" y="4345992"/>
              <a:chExt cx="1680836" cy="469199"/>
            </a:xfrm>
            <a:grpFill/>
          </p:grpSpPr>
          <p:sp>
            <p:nvSpPr>
              <p:cNvPr id="9" name="Google Shape;874;p33">
                <a:extLst>
                  <a:ext uri="{FF2B5EF4-FFF2-40B4-BE49-F238E27FC236}">
                    <a16:creationId xmlns:a16="http://schemas.microsoft.com/office/drawing/2014/main" id="{1CF6AA65-CECD-F2E0-F932-CC673B765506}"/>
                  </a:ext>
                </a:extLst>
              </p:cNvPr>
              <p:cNvSpPr/>
              <p:nvPr/>
            </p:nvSpPr>
            <p:spPr>
              <a:xfrm rot="16200000">
                <a:off x="547611" y="3806924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grpFill/>
              <a:ln w="9525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875;p33">
                <a:extLst>
                  <a:ext uri="{FF2B5EF4-FFF2-40B4-BE49-F238E27FC236}">
                    <a16:creationId xmlns:a16="http://schemas.microsoft.com/office/drawing/2014/main" id="{E56F5C5B-3A7F-E4C1-4B15-23BF08437FAE}"/>
                  </a:ext>
                </a:extLst>
              </p:cNvPr>
              <p:cNvSpPr/>
              <p:nvPr/>
            </p:nvSpPr>
            <p:spPr>
              <a:xfrm>
                <a:off x="1527144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grpFill/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3392" y="2276872"/>
            <a:ext cx="10717832" cy="1951856"/>
          </a:xfrm>
        </p:spPr>
        <p:txBody>
          <a:bodyPr>
            <a:normAutofit/>
          </a:bodyPr>
          <a:lstStyle/>
          <a:p>
            <a:pPr algn="ctr"/>
            <a:r>
              <a:rPr lang="pt-PT" sz="3200" b="1" i="1" kern="100" dirty="0"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Extração de Água de um Poço</a:t>
            </a:r>
            <a:br>
              <a:rPr lang="pt-PT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PT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52353" y="4264972"/>
            <a:ext cx="6552728" cy="1201688"/>
          </a:xfrm>
        </p:spPr>
        <p:txBody>
          <a:bodyPr>
            <a:normAutofit/>
          </a:bodyPr>
          <a:lstStyle/>
          <a:p>
            <a:pPr algn="ctr"/>
            <a:r>
              <a:rPr lang="pt-PT" sz="1800" b="1" kern="1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TP7-3  grupo</a:t>
            </a:r>
            <a:r>
              <a:rPr lang="pt-PT" sz="1800" b="1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2:</a:t>
            </a:r>
          </a:p>
          <a:p>
            <a:pPr algn="ctr"/>
            <a:r>
              <a:rPr lang="pt-PT" sz="18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Edson Come (115640), Francisco Rolo (114570), </a:t>
            </a:r>
          </a:p>
          <a:p>
            <a:pPr algn="ctr"/>
            <a:r>
              <a:rPr lang="pt-PT" sz="18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Henrique Manuel Ferreira (113600), Hugo Dias (114142),</a:t>
            </a:r>
          </a:p>
          <a:p>
            <a:pPr algn="ctr"/>
            <a:r>
              <a:rPr lang="pt-PT" sz="18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Madalena Ferreira (114253), Rita Soares (114223)</a:t>
            </a:r>
          </a:p>
          <a:p>
            <a:endParaRPr lang="pt-PT" dirty="0"/>
          </a:p>
        </p:txBody>
      </p:sp>
      <p:pic>
        <p:nvPicPr>
          <p:cNvPr id="4" name="Imagem 3" descr="Overview">
            <a:extLst>
              <a:ext uri="{FF2B5EF4-FFF2-40B4-BE49-F238E27FC236}">
                <a16:creationId xmlns:a16="http://schemas.microsoft.com/office/drawing/2014/main" id="{5B9B0FD2-0CE2-E496-B950-B782C254BD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3" t="6546" r="11947" b="29623"/>
          <a:stretch/>
        </p:blipFill>
        <p:spPr bwMode="auto">
          <a:xfrm>
            <a:off x="55195" y="2756946"/>
            <a:ext cx="2492727" cy="11041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5" name="Google Shape;866;p33">
            <a:extLst>
              <a:ext uri="{FF2B5EF4-FFF2-40B4-BE49-F238E27FC236}">
                <a16:creationId xmlns:a16="http://schemas.microsoft.com/office/drawing/2014/main" id="{B5D6692D-D512-E33F-6285-8F8D3FE153D6}"/>
              </a:ext>
            </a:extLst>
          </p:cNvPr>
          <p:cNvGrpSpPr/>
          <p:nvPr/>
        </p:nvGrpSpPr>
        <p:grpSpPr>
          <a:xfrm rot="5400000">
            <a:off x="8549214" y="367039"/>
            <a:ext cx="2936281" cy="1794037"/>
            <a:chOff x="-85248" y="3960975"/>
            <a:chExt cx="1740993" cy="962379"/>
          </a:xfrm>
        </p:grpSpPr>
        <p:grpSp>
          <p:nvGrpSpPr>
            <p:cNvPr id="16" name="Google Shape;867;p33">
              <a:extLst>
                <a:ext uri="{FF2B5EF4-FFF2-40B4-BE49-F238E27FC236}">
                  <a16:creationId xmlns:a16="http://schemas.microsoft.com/office/drawing/2014/main" id="{A6BDC571-9C50-581C-15F5-85AAC29CC9FC}"/>
                </a:ext>
              </a:extLst>
            </p:cNvPr>
            <p:cNvGrpSpPr/>
            <p:nvPr/>
          </p:nvGrpSpPr>
          <p:grpSpPr>
            <a:xfrm>
              <a:off x="-44137" y="3960975"/>
              <a:ext cx="1699882" cy="459178"/>
              <a:chOff x="-101291" y="3971002"/>
              <a:chExt cx="1699882" cy="459178"/>
            </a:xfrm>
          </p:grpSpPr>
          <p:sp>
            <p:nvSpPr>
              <p:cNvPr id="23" name="Google Shape;868;p33">
                <a:extLst>
                  <a:ext uri="{FF2B5EF4-FFF2-40B4-BE49-F238E27FC236}">
                    <a16:creationId xmlns:a16="http://schemas.microsoft.com/office/drawing/2014/main" id="{B5B3995B-2A99-E64A-BAF1-936D3240E262}"/>
                  </a:ext>
                </a:extLst>
              </p:cNvPr>
              <p:cNvSpPr/>
              <p:nvPr/>
            </p:nvSpPr>
            <p:spPr>
              <a:xfrm rot="16200000">
                <a:off x="481437" y="3421913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" name="Google Shape;869;p33">
                <a:extLst>
                  <a:ext uri="{FF2B5EF4-FFF2-40B4-BE49-F238E27FC236}">
                    <a16:creationId xmlns:a16="http://schemas.microsoft.com/office/drawing/2014/main" id="{251655C4-1308-1F5F-435B-EF3E6163B51D}"/>
                  </a:ext>
                </a:extLst>
              </p:cNvPr>
              <p:cNvSpPr/>
              <p:nvPr/>
            </p:nvSpPr>
            <p:spPr>
              <a:xfrm>
                <a:off x="1480016" y="397100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" name="Google Shape;870;p33">
              <a:extLst>
                <a:ext uri="{FF2B5EF4-FFF2-40B4-BE49-F238E27FC236}">
                  <a16:creationId xmlns:a16="http://schemas.microsoft.com/office/drawing/2014/main" id="{EED34625-FCDA-78B2-5741-E5FB884ED9EC}"/>
                </a:ext>
              </a:extLst>
            </p:cNvPr>
            <p:cNvGrpSpPr/>
            <p:nvPr/>
          </p:nvGrpSpPr>
          <p:grpSpPr>
            <a:xfrm>
              <a:off x="-85248" y="4203623"/>
              <a:ext cx="1680836" cy="469195"/>
              <a:chOff x="-35117" y="4163517"/>
              <a:chExt cx="1680836" cy="469195"/>
            </a:xfrm>
          </p:grpSpPr>
          <p:sp>
            <p:nvSpPr>
              <p:cNvPr id="21" name="Google Shape;871;p33">
                <a:extLst>
                  <a:ext uri="{FF2B5EF4-FFF2-40B4-BE49-F238E27FC236}">
                    <a16:creationId xmlns:a16="http://schemas.microsoft.com/office/drawing/2014/main" id="{FAACFBE8-4F35-6577-6AEE-79CAAFBF5AF5}"/>
                  </a:ext>
                </a:extLst>
              </p:cNvPr>
              <p:cNvSpPr/>
              <p:nvPr/>
            </p:nvSpPr>
            <p:spPr>
              <a:xfrm rot="16200000">
                <a:off x="547610" y="3624446"/>
                <a:ext cx="425539" cy="1590994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872;p33">
                <a:extLst>
                  <a:ext uri="{FF2B5EF4-FFF2-40B4-BE49-F238E27FC236}">
                    <a16:creationId xmlns:a16="http://schemas.microsoft.com/office/drawing/2014/main" id="{7525D375-5A3C-B372-7C76-64057703B9EB}"/>
                  </a:ext>
                </a:extLst>
              </p:cNvPr>
              <p:cNvSpPr/>
              <p:nvPr/>
            </p:nvSpPr>
            <p:spPr>
              <a:xfrm>
                <a:off x="1527144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873;p33">
              <a:extLst>
                <a:ext uri="{FF2B5EF4-FFF2-40B4-BE49-F238E27FC236}">
                  <a16:creationId xmlns:a16="http://schemas.microsoft.com/office/drawing/2014/main" id="{FF499A85-33E7-C5BE-9D4E-AC68E8B00B1E}"/>
                </a:ext>
              </a:extLst>
            </p:cNvPr>
            <p:cNvGrpSpPr/>
            <p:nvPr/>
          </p:nvGrpSpPr>
          <p:grpSpPr>
            <a:xfrm>
              <a:off x="-85248" y="4454155"/>
              <a:ext cx="1680836" cy="469199"/>
              <a:chOff x="-35117" y="4345992"/>
              <a:chExt cx="1680836" cy="469199"/>
            </a:xfrm>
          </p:grpSpPr>
          <p:sp>
            <p:nvSpPr>
              <p:cNvPr id="19" name="Google Shape;874;p33">
                <a:extLst>
                  <a:ext uri="{FF2B5EF4-FFF2-40B4-BE49-F238E27FC236}">
                    <a16:creationId xmlns:a16="http://schemas.microsoft.com/office/drawing/2014/main" id="{13CE0543-4EF7-A721-0ABF-497DD214BE99}"/>
                  </a:ext>
                </a:extLst>
              </p:cNvPr>
              <p:cNvSpPr/>
              <p:nvPr/>
            </p:nvSpPr>
            <p:spPr>
              <a:xfrm rot="16200000">
                <a:off x="547611" y="3806924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875;p33">
                <a:extLst>
                  <a:ext uri="{FF2B5EF4-FFF2-40B4-BE49-F238E27FC236}">
                    <a16:creationId xmlns:a16="http://schemas.microsoft.com/office/drawing/2014/main" id="{496B69D0-D1D9-BE4F-E399-A868E6517869}"/>
                  </a:ext>
                </a:extLst>
              </p:cNvPr>
              <p:cNvSpPr/>
              <p:nvPr/>
            </p:nvSpPr>
            <p:spPr>
              <a:xfrm>
                <a:off x="1527144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" name="Google Shape;866;p33">
            <a:extLst>
              <a:ext uri="{FF2B5EF4-FFF2-40B4-BE49-F238E27FC236}">
                <a16:creationId xmlns:a16="http://schemas.microsoft.com/office/drawing/2014/main" id="{48EA4E41-D683-0392-D443-8A6CEB3A9710}"/>
              </a:ext>
            </a:extLst>
          </p:cNvPr>
          <p:cNvGrpSpPr/>
          <p:nvPr/>
        </p:nvGrpSpPr>
        <p:grpSpPr>
          <a:xfrm>
            <a:off x="-116298" y="68638"/>
            <a:ext cx="6233332" cy="2500616"/>
            <a:chOff x="-85248" y="3960975"/>
            <a:chExt cx="1740993" cy="962379"/>
          </a:xfrm>
          <a:solidFill>
            <a:schemeClr val="tx2">
              <a:lumMod val="50000"/>
            </a:schemeClr>
          </a:solidFill>
        </p:grpSpPr>
        <p:grpSp>
          <p:nvGrpSpPr>
            <p:cNvPr id="26" name="Google Shape;867;p33">
              <a:extLst>
                <a:ext uri="{FF2B5EF4-FFF2-40B4-BE49-F238E27FC236}">
                  <a16:creationId xmlns:a16="http://schemas.microsoft.com/office/drawing/2014/main" id="{30A4EF90-3188-4BAC-B69C-67CC8336A385}"/>
                </a:ext>
              </a:extLst>
            </p:cNvPr>
            <p:cNvGrpSpPr/>
            <p:nvPr/>
          </p:nvGrpSpPr>
          <p:grpSpPr>
            <a:xfrm>
              <a:off x="-44137" y="3960975"/>
              <a:ext cx="1699882" cy="459178"/>
              <a:chOff x="-101291" y="3971002"/>
              <a:chExt cx="1699882" cy="459178"/>
            </a:xfrm>
            <a:grpFill/>
          </p:grpSpPr>
          <p:sp>
            <p:nvSpPr>
              <p:cNvPr id="33" name="Google Shape;868;p33">
                <a:extLst>
                  <a:ext uri="{FF2B5EF4-FFF2-40B4-BE49-F238E27FC236}">
                    <a16:creationId xmlns:a16="http://schemas.microsoft.com/office/drawing/2014/main" id="{0574065F-4901-FA8F-0EA0-8C0E854FAE00}"/>
                  </a:ext>
                </a:extLst>
              </p:cNvPr>
              <p:cNvSpPr/>
              <p:nvPr/>
            </p:nvSpPr>
            <p:spPr>
              <a:xfrm rot="16200000">
                <a:off x="481437" y="3421913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69;p33">
                <a:extLst>
                  <a:ext uri="{FF2B5EF4-FFF2-40B4-BE49-F238E27FC236}">
                    <a16:creationId xmlns:a16="http://schemas.microsoft.com/office/drawing/2014/main" id="{69D440CC-66A1-9575-280C-A258F9271BF2}"/>
                  </a:ext>
                </a:extLst>
              </p:cNvPr>
              <p:cNvSpPr/>
              <p:nvPr/>
            </p:nvSpPr>
            <p:spPr>
              <a:xfrm>
                <a:off x="1480016" y="397100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870;p33">
              <a:extLst>
                <a:ext uri="{FF2B5EF4-FFF2-40B4-BE49-F238E27FC236}">
                  <a16:creationId xmlns:a16="http://schemas.microsoft.com/office/drawing/2014/main" id="{A1FD6CA0-46A7-515D-9604-BF358DCF6BA7}"/>
                </a:ext>
              </a:extLst>
            </p:cNvPr>
            <p:cNvGrpSpPr/>
            <p:nvPr/>
          </p:nvGrpSpPr>
          <p:grpSpPr>
            <a:xfrm>
              <a:off x="-85248" y="4203623"/>
              <a:ext cx="1680836" cy="469195"/>
              <a:chOff x="-35117" y="4163517"/>
              <a:chExt cx="1680836" cy="469195"/>
            </a:xfrm>
            <a:grpFill/>
          </p:grpSpPr>
          <p:sp>
            <p:nvSpPr>
              <p:cNvPr id="31" name="Google Shape;871;p33">
                <a:extLst>
                  <a:ext uri="{FF2B5EF4-FFF2-40B4-BE49-F238E27FC236}">
                    <a16:creationId xmlns:a16="http://schemas.microsoft.com/office/drawing/2014/main" id="{84592E02-0E1B-656F-990D-986448E29FC7}"/>
                  </a:ext>
                </a:extLst>
              </p:cNvPr>
              <p:cNvSpPr/>
              <p:nvPr/>
            </p:nvSpPr>
            <p:spPr>
              <a:xfrm rot="16200000">
                <a:off x="547610" y="3624446"/>
                <a:ext cx="425539" cy="1590994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grp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72;p33">
                <a:extLst>
                  <a:ext uri="{FF2B5EF4-FFF2-40B4-BE49-F238E27FC236}">
                    <a16:creationId xmlns:a16="http://schemas.microsoft.com/office/drawing/2014/main" id="{3549E209-66A9-40A2-2A11-99488102E6E0}"/>
                  </a:ext>
                </a:extLst>
              </p:cNvPr>
              <p:cNvSpPr/>
              <p:nvPr/>
            </p:nvSpPr>
            <p:spPr>
              <a:xfrm>
                <a:off x="1527144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grp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873;p33">
              <a:extLst>
                <a:ext uri="{FF2B5EF4-FFF2-40B4-BE49-F238E27FC236}">
                  <a16:creationId xmlns:a16="http://schemas.microsoft.com/office/drawing/2014/main" id="{1B796152-3EEB-9012-0D59-007A161954C8}"/>
                </a:ext>
              </a:extLst>
            </p:cNvPr>
            <p:cNvGrpSpPr/>
            <p:nvPr/>
          </p:nvGrpSpPr>
          <p:grpSpPr>
            <a:xfrm>
              <a:off x="-85248" y="4454155"/>
              <a:ext cx="1680836" cy="469199"/>
              <a:chOff x="-35117" y="4345992"/>
              <a:chExt cx="1680836" cy="469199"/>
            </a:xfrm>
            <a:grpFill/>
          </p:grpSpPr>
          <p:sp>
            <p:nvSpPr>
              <p:cNvPr id="29" name="Google Shape;874;p33">
                <a:extLst>
                  <a:ext uri="{FF2B5EF4-FFF2-40B4-BE49-F238E27FC236}">
                    <a16:creationId xmlns:a16="http://schemas.microsoft.com/office/drawing/2014/main" id="{129187CE-1C50-173E-D55F-F16826A1BD7B}"/>
                  </a:ext>
                </a:extLst>
              </p:cNvPr>
              <p:cNvSpPr/>
              <p:nvPr/>
            </p:nvSpPr>
            <p:spPr>
              <a:xfrm rot="16200000">
                <a:off x="547611" y="3806924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grp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75;p33">
                <a:extLst>
                  <a:ext uri="{FF2B5EF4-FFF2-40B4-BE49-F238E27FC236}">
                    <a16:creationId xmlns:a16="http://schemas.microsoft.com/office/drawing/2014/main" id="{5F9E5429-C913-E7CB-7525-288B901B3208}"/>
                  </a:ext>
                </a:extLst>
              </p:cNvPr>
              <p:cNvSpPr/>
              <p:nvPr/>
            </p:nvSpPr>
            <p:spPr>
              <a:xfrm>
                <a:off x="1527144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grp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" name="Google Shape;866;p33">
            <a:extLst>
              <a:ext uri="{FF2B5EF4-FFF2-40B4-BE49-F238E27FC236}">
                <a16:creationId xmlns:a16="http://schemas.microsoft.com/office/drawing/2014/main" id="{3E42103C-D443-8356-5550-24E96EEF38F2}"/>
              </a:ext>
            </a:extLst>
          </p:cNvPr>
          <p:cNvGrpSpPr/>
          <p:nvPr/>
        </p:nvGrpSpPr>
        <p:grpSpPr>
          <a:xfrm>
            <a:off x="-2472952" y="5661248"/>
            <a:ext cx="5897594" cy="1804716"/>
            <a:chOff x="-85248" y="3960975"/>
            <a:chExt cx="1740993" cy="962379"/>
          </a:xfrm>
        </p:grpSpPr>
        <p:grpSp>
          <p:nvGrpSpPr>
            <p:cNvPr id="36" name="Google Shape;867;p33">
              <a:extLst>
                <a:ext uri="{FF2B5EF4-FFF2-40B4-BE49-F238E27FC236}">
                  <a16:creationId xmlns:a16="http://schemas.microsoft.com/office/drawing/2014/main" id="{8CA24A1C-642D-EBCE-E383-B95C1016392B}"/>
                </a:ext>
              </a:extLst>
            </p:cNvPr>
            <p:cNvGrpSpPr/>
            <p:nvPr/>
          </p:nvGrpSpPr>
          <p:grpSpPr>
            <a:xfrm>
              <a:off x="-44137" y="3960975"/>
              <a:ext cx="1699882" cy="459178"/>
              <a:chOff x="-101291" y="3971002"/>
              <a:chExt cx="1699882" cy="459178"/>
            </a:xfrm>
          </p:grpSpPr>
          <p:sp>
            <p:nvSpPr>
              <p:cNvPr id="43" name="Google Shape;868;p33">
                <a:extLst>
                  <a:ext uri="{FF2B5EF4-FFF2-40B4-BE49-F238E27FC236}">
                    <a16:creationId xmlns:a16="http://schemas.microsoft.com/office/drawing/2014/main" id="{F9286183-3C64-9386-2A8D-1A3FB175FAFA}"/>
                  </a:ext>
                </a:extLst>
              </p:cNvPr>
              <p:cNvSpPr/>
              <p:nvPr/>
            </p:nvSpPr>
            <p:spPr>
              <a:xfrm rot="16200000">
                <a:off x="481437" y="3421913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869;p33">
                <a:extLst>
                  <a:ext uri="{FF2B5EF4-FFF2-40B4-BE49-F238E27FC236}">
                    <a16:creationId xmlns:a16="http://schemas.microsoft.com/office/drawing/2014/main" id="{C76F66EF-0A1F-D342-8762-5CC7E9F76AE7}"/>
                  </a:ext>
                </a:extLst>
              </p:cNvPr>
              <p:cNvSpPr/>
              <p:nvPr/>
            </p:nvSpPr>
            <p:spPr>
              <a:xfrm>
                <a:off x="1480016" y="397100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" name="Google Shape;870;p33">
              <a:extLst>
                <a:ext uri="{FF2B5EF4-FFF2-40B4-BE49-F238E27FC236}">
                  <a16:creationId xmlns:a16="http://schemas.microsoft.com/office/drawing/2014/main" id="{1AA7BC66-B10B-C843-B5A1-7E2174C40C8A}"/>
                </a:ext>
              </a:extLst>
            </p:cNvPr>
            <p:cNvGrpSpPr/>
            <p:nvPr/>
          </p:nvGrpSpPr>
          <p:grpSpPr>
            <a:xfrm>
              <a:off x="-85248" y="4203623"/>
              <a:ext cx="1680836" cy="469195"/>
              <a:chOff x="-35117" y="4163517"/>
              <a:chExt cx="1680836" cy="469195"/>
            </a:xfrm>
          </p:grpSpPr>
          <p:sp>
            <p:nvSpPr>
              <p:cNvPr id="41" name="Google Shape;871;p33">
                <a:extLst>
                  <a:ext uri="{FF2B5EF4-FFF2-40B4-BE49-F238E27FC236}">
                    <a16:creationId xmlns:a16="http://schemas.microsoft.com/office/drawing/2014/main" id="{469FFCA3-4235-C022-767C-8E7D1EE598A7}"/>
                  </a:ext>
                </a:extLst>
              </p:cNvPr>
              <p:cNvSpPr/>
              <p:nvPr/>
            </p:nvSpPr>
            <p:spPr>
              <a:xfrm rot="16200000">
                <a:off x="547610" y="3624446"/>
                <a:ext cx="425539" cy="1590994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872;p33">
                <a:extLst>
                  <a:ext uri="{FF2B5EF4-FFF2-40B4-BE49-F238E27FC236}">
                    <a16:creationId xmlns:a16="http://schemas.microsoft.com/office/drawing/2014/main" id="{13608DC9-55A2-249B-B7D4-E4F7878D20A1}"/>
                  </a:ext>
                </a:extLst>
              </p:cNvPr>
              <p:cNvSpPr/>
              <p:nvPr/>
            </p:nvSpPr>
            <p:spPr>
              <a:xfrm>
                <a:off x="1527144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" name="Google Shape;873;p33">
              <a:extLst>
                <a:ext uri="{FF2B5EF4-FFF2-40B4-BE49-F238E27FC236}">
                  <a16:creationId xmlns:a16="http://schemas.microsoft.com/office/drawing/2014/main" id="{3AB4A27A-A28E-6CAF-C61E-BE8ACB57C7B3}"/>
                </a:ext>
              </a:extLst>
            </p:cNvPr>
            <p:cNvGrpSpPr/>
            <p:nvPr/>
          </p:nvGrpSpPr>
          <p:grpSpPr>
            <a:xfrm>
              <a:off x="-85248" y="4454155"/>
              <a:ext cx="1680836" cy="469199"/>
              <a:chOff x="-35117" y="4345992"/>
              <a:chExt cx="1680836" cy="469199"/>
            </a:xfrm>
          </p:grpSpPr>
          <p:sp>
            <p:nvSpPr>
              <p:cNvPr id="39" name="Google Shape;874;p33">
                <a:extLst>
                  <a:ext uri="{FF2B5EF4-FFF2-40B4-BE49-F238E27FC236}">
                    <a16:creationId xmlns:a16="http://schemas.microsoft.com/office/drawing/2014/main" id="{A48AEBBD-FDF7-4F3F-F6AC-250AF3BCCCDF}"/>
                  </a:ext>
                </a:extLst>
              </p:cNvPr>
              <p:cNvSpPr/>
              <p:nvPr/>
            </p:nvSpPr>
            <p:spPr>
              <a:xfrm rot="16200000">
                <a:off x="547611" y="3806924"/>
                <a:ext cx="425539" cy="1590995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875;p33">
                <a:extLst>
                  <a:ext uri="{FF2B5EF4-FFF2-40B4-BE49-F238E27FC236}">
                    <a16:creationId xmlns:a16="http://schemas.microsoft.com/office/drawing/2014/main" id="{78FCC33A-970E-0434-F82E-DBF8568F8218}"/>
                  </a:ext>
                </a:extLst>
              </p:cNvPr>
              <p:cNvSpPr/>
              <p:nvPr/>
            </p:nvSpPr>
            <p:spPr>
              <a:xfrm>
                <a:off x="1527144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una Education | Vancouver's Trusted Online &amp; In Person Tutors">
            <a:extLst>
              <a:ext uri="{FF2B5EF4-FFF2-40B4-BE49-F238E27FC236}">
                <a16:creationId xmlns:a16="http://schemas.microsoft.com/office/drawing/2014/main" id="{E32FAC21-CAAF-6E8C-A731-0A5037B00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250" l="6300" r="90550">
                        <a14:foregroundMark x1="11800" y1="67550" x2="18850" y2="70300"/>
                        <a14:foregroundMark x1="13100" y1="71850" x2="12000" y2="78300"/>
                        <a14:foregroundMark x1="12000" y1="78300" x2="15250" y2="86000"/>
                        <a14:foregroundMark x1="15250" y1="86000" x2="26400" y2="81400"/>
                        <a14:foregroundMark x1="26400" y1="81400" x2="34400" y2="80800"/>
                        <a14:foregroundMark x1="34400" y1="80800" x2="31250" y2="86050"/>
                        <a14:foregroundMark x1="31250" y1="86050" x2="19150" y2="85150"/>
                        <a14:foregroundMark x1="19150" y1="85150" x2="34250" y2="87050"/>
                        <a14:foregroundMark x1="34250" y1="87050" x2="43600" y2="84400"/>
                        <a14:foregroundMark x1="43600" y1="84400" x2="39750" y2="89850"/>
                        <a14:foregroundMark x1="39750" y1="89850" x2="39250" y2="89750"/>
                        <a14:foregroundMark x1="15050" y1="73300" x2="23300" y2="83500"/>
                        <a14:foregroundMark x1="11400" y1="62050" x2="25100" y2="68650"/>
                        <a14:foregroundMark x1="25100" y1="68650" x2="25650" y2="69100"/>
                        <a14:foregroundMark x1="6300" y1="64800" x2="14150" y2="65450"/>
                        <a14:foregroundMark x1="14150" y1="65450" x2="15050" y2="65850"/>
                        <a14:foregroundMark x1="13900" y1="80350" x2="16600" y2="80350"/>
                        <a14:foregroundMark x1="90600" y1="65050" x2="90350" y2="76950"/>
                        <a14:foregroundMark x1="75050" y1="74200" x2="63700" y2="84600"/>
                        <a14:foregroundMark x1="63700" y1="84600" x2="74500" y2="78000"/>
                        <a14:foregroundMark x1="74500" y1="78000" x2="78350" y2="77850"/>
                        <a14:foregroundMark x1="68650" y1="71750" x2="77150" y2="80600"/>
                        <a14:foregroundMark x1="10500" y1="60350" x2="16500" y2="60300"/>
                        <a14:foregroundMark x1="16500" y1="60300" x2="79950" y2="68700"/>
                        <a14:foregroundMark x1="79950" y1="68700" x2="88800" y2="68450"/>
                        <a14:foregroundMark x1="88800" y1="68450" x2="90000" y2="79450"/>
                        <a14:foregroundMark x1="90000" y1="79450" x2="87700" y2="88050"/>
                        <a14:foregroundMark x1="87700" y1="88050" x2="80150" y2="89950"/>
                        <a14:foregroundMark x1="80150" y1="89950" x2="24600" y2="87750"/>
                        <a14:foregroundMark x1="24600" y1="87750" x2="9950" y2="90550"/>
                        <a14:foregroundMark x1="9950" y1="90550" x2="9550" y2="60250"/>
                        <a14:foregroundMark x1="59900" y1="68050" x2="75650" y2="68050"/>
                        <a14:foregroundMark x1="75650" y1="68050" x2="94200" y2="67800"/>
                        <a14:foregroundMark x1="94200" y1="67800" x2="88100" y2="93700"/>
                        <a14:foregroundMark x1="88100" y1="93700" x2="67950" y2="97250"/>
                        <a14:foregroundMark x1="67950" y1="97250" x2="56350" y2="89400"/>
                        <a14:foregroundMark x1="56350" y1="89400" x2="47000" y2="88150"/>
                        <a14:foregroundMark x1="47000" y1="88150" x2="59650" y2="64350"/>
                        <a14:foregroundMark x1="59650" y1="64350" x2="66000" y2="62350"/>
                        <a14:foregroundMark x1="66000" y1="62350" x2="78150" y2="63950"/>
                        <a14:foregroundMark x1="78150" y1="63950" x2="79000" y2="64650"/>
                        <a14:backgroundMark x1="14400" y1="21550" x2="14400" y2="215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48" y="-459432"/>
            <a:ext cx="8040216" cy="804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8222" y="1154733"/>
            <a:ext cx="3374569" cy="1100112"/>
          </a:xfrm>
        </p:spPr>
        <p:txBody>
          <a:bodyPr>
            <a:normAutofit/>
          </a:bodyPr>
          <a:lstStyle/>
          <a:p>
            <a:pPr algn="ctr"/>
            <a:r>
              <a:rPr lang="pt-PT" sz="3600" b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Sensores </a:t>
            </a:r>
            <a:br>
              <a:rPr lang="pt-PT" sz="3600" b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</a:br>
            <a:r>
              <a:rPr lang="pt-PT" sz="3600" b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e Atuadores </a:t>
            </a:r>
          </a:p>
        </p:txBody>
      </p:sp>
      <p:sp>
        <p:nvSpPr>
          <p:cNvPr id="3" name="Bolha de Pensamento: Nuvem 2">
            <a:extLst>
              <a:ext uri="{FF2B5EF4-FFF2-40B4-BE49-F238E27FC236}">
                <a16:creationId xmlns:a16="http://schemas.microsoft.com/office/drawing/2014/main" id="{DF8FB244-F228-40E9-B23F-42D52188E247}"/>
              </a:ext>
            </a:extLst>
          </p:cNvPr>
          <p:cNvSpPr/>
          <p:nvPr/>
        </p:nvSpPr>
        <p:spPr>
          <a:xfrm rot="10800000">
            <a:off x="354975" y="-19422"/>
            <a:ext cx="6101065" cy="3448422"/>
          </a:xfrm>
          <a:prstGeom prst="cloudCallout">
            <a:avLst>
              <a:gd name="adj1" fmla="val -66745"/>
              <a:gd name="adj2" fmla="val -28326"/>
            </a:avLst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6DBBF047-49B6-4EC5-8B79-C61BF805B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3978" y="-786745"/>
            <a:ext cx="5883337" cy="366238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F4AFC4-EFA5-F009-6D11-9B973A28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algn="ctr"/>
            <a:r>
              <a:rPr lang="pt-PT" b="1" i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Sensor de Humidade</a:t>
            </a:r>
          </a:p>
        </p:txBody>
      </p:sp>
      <p:grpSp>
        <p:nvGrpSpPr>
          <p:cNvPr id="9" name="Google Shape;2308;p52">
            <a:extLst>
              <a:ext uri="{FF2B5EF4-FFF2-40B4-BE49-F238E27FC236}">
                <a16:creationId xmlns:a16="http://schemas.microsoft.com/office/drawing/2014/main" id="{9427D022-3631-19F8-5E58-6CC0084FD52C}"/>
              </a:ext>
            </a:extLst>
          </p:cNvPr>
          <p:cNvGrpSpPr/>
          <p:nvPr/>
        </p:nvGrpSpPr>
        <p:grpSpPr>
          <a:xfrm rot="16200000">
            <a:off x="9179584" y="1591325"/>
            <a:ext cx="3976114" cy="859693"/>
            <a:chOff x="4783909" y="2518498"/>
            <a:chExt cx="3136841" cy="328444"/>
          </a:xfrm>
        </p:grpSpPr>
        <p:cxnSp>
          <p:nvCxnSpPr>
            <p:cNvPr id="10" name="Google Shape;2309;p52">
              <a:extLst>
                <a:ext uri="{FF2B5EF4-FFF2-40B4-BE49-F238E27FC236}">
                  <a16:creationId xmlns:a16="http://schemas.microsoft.com/office/drawing/2014/main" id="{D2E68C02-735E-62B0-D9C6-2EE955E16E99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1" name="Google Shape;2310;p52">
              <a:extLst>
                <a:ext uri="{FF2B5EF4-FFF2-40B4-BE49-F238E27FC236}">
                  <a16:creationId xmlns:a16="http://schemas.microsoft.com/office/drawing/2014/main" id="{5CD6E53C-EDA3-05CE-F00C-C02E226B842F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11;p52">
              <a:extLst>
                <a:ext uri="{FF2B5EF4-FFF2-40B4-BE49-F238E27FC236}">
                  <a16:creationId xmlns:a16="http://schemas.microsoft.com/office/drawing/2014/main" id="{0A491914-D504-7E61-900A-15C4097F2106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12;p52">
              <a:extLst>
                <a:ext uri="{FF2B5EF4-FFF2-40B4-BE49-F238E27FC236}">
                  <a16:creationId xmlns:a16="http://schemas.microsoft.com/office/drawing/2014/main" id="{A1B85769-3D11-E8E8-5243-AA66BFCFBA2A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3;p52">
              <a:extLst>
                <a:ext uri="{FF2B5EF4-FFF2-40B4-BE49-F238E27FC236}">
                  <a16:creationId xmlns:a16="http://schemas.microsoft.com/office/drawing/2014/main" id="{961849B8-010B-68A6-3F4D-AC04D1714B64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C67240E-D0CC-6043-2E22-A578F759DFD1}"/>
              </a:ext>
            </a:extLst>
          </p:cNvPr>
          <p:cNvSpPr txBox="1"/>
          <p:nvPr/>
        </p:nvSpPr>
        <p:spPr>
          <a:xfrm>
            <a:off x="4511824" y="3356992"/>
            <a:ext cx="5883337" cy="216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FB36EB3-C380-8598-BAE5-7D0EDB51FBDF}"/>
              </a:ext>
            </a:extLst>
          </p:cNvPr>
          <p:cNvSpPr txBox="1"/>
          <p:nvPr/>
        </p:nvSpPr>
        <p:spPr>
          <a:xfrm>
            <a:off x="4397712" y="3594145"/>
            <a:ext cx="5856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kern="1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É constituído por dois componentes: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400" kern="100" dirty="0">
                <a:solidFill>
                  <a:schemeClr val="bg1"/>
                </a:solidFill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pt-PT" sz="2400" kern="1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edidor de humidade do tipo resistivo; </a:t>
            </a:r>
            <a:endParaRPr lang="pt-PT" sz="2400" kern="100" dirty="0">
              <a:solidFill>
                <a:schemeClr val="bg1"/>
              </a:solidFill>
              <a:latin typeface="Calibri corpo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400" kern="100" dirty="0">
                <a:solidFill>
                  <a:schemeClr val="bg1"/>
                </a:solidFill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pt-PT" sz="2400" kern="1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ensor de temperatura do tipo DH11. </a:t>
            </a:r>
            <a:endParaRPr lang="pt-PT" sz="2400" dirty="0">
              <a:latin typeface="Calibri corpo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3874830-AD85-E5DF-06FA-DA5E34A71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3212976"/>
            <a:ext cx="3496277" cy="26175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5856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0F1E6C6-8736-DC01-661D-1833D931F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4331" y="-1035496"/>
            <a:ext cx="5883337" cy="366238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6820D53-70FE-D15D-2383-461F2F82E080}"/>
              </a:ext>
            </a:extLst>
          </p:cNvPr>
          <p:cNvSpPr txBox="1"/>
          <p:nvPr/>
        </p:nvSpPr>
        <p:spPr>
          <a:xfrm>
            <a:off x="4475819" y="908720"/>
            <a:ext cx="32403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4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Calibri corpo"/>
              </a:rPr>
              <a:t>Bomba de água </a:t>
            </a:r>
          </a:p>
        </p:txBody>
      </p:sp>
      <p:grpSp>
        <p:nvGrpSpPr>
          <p:cNvPr id="6" name="Google Shape;2308;p52">
            <a:extLst>
              <a:ext uri="{FF2B5EF4-FFF2-40B4-BE49-F238E27FC236}">
                <a16:creationId xmlns:a16="http://schemas.microsoft.com/office/drawing/2014/main" id="{E200ADEE-92C2-9571-FBA8-9298518F6B1B}"/>
              </a:ext>
            </a:extLst>
          </p:cNvPr>
          <p:cNvGrpSpPr/>
          <p:nvPr/>
        </p:nvGrpSpPr>
        <p:grpSpPr>
          <a:xfrm rot="5400000">
            <a:off x="-1222851" y="4392472"/>
            <a:ext cx="3976114" cy="859693"/>
            <a:chOff x="4783909" y="2518498"/>
            <a:chExt cx="3136841" cy="328444"/>
          </a:xfrm>
        </p:grpSpPr>
        <p:cxnSp>
          <p:nvCxnSpPr>
            <p:cNvPr id="7" name="Google Shape;2309;p52">
              <a:extLst>
                <a:ext uri="{FF2B5EF4-FFF2-40B4-BE49-F238E27FC236}">
                  <a16:creationId xmlns:a16="http://schemas.microsoft.com/office/drawing/2014/main" id="{2FF89988-FDCB-52A8-8320-44D223404A1B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8" name="Google Shape;2310;p52">
              <a:extLst>
                <a:ext uri="{FF2B5EF4-FFF2-40B4-BE49-F238E27FC236}">
                  <a16:creationId xmlns:a16="http://schemas.microsoft.com/office/drawing/2014/main" id="{A8CFE61A-1D7D-7779-5CF6-2D2575446A38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11;p52">
              <a:extLst>
                <a:ext uri="{FF2B5EF4-FFF2-40B4-BE49-F238E27FC236}">
                  <a16:creationId xmlns:a16="http://schemas.microsoft.com/office/drawing/2014/main" id="{30F9E92B-BD9B-BD05-1C26-F8CEFE237B61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12;p52">
              <a:extLst>
                <a:ext uri="{FF2B5EF4-FFF2-40B4-BE49-F238E27FC236}">
                  <a16:creationId xmlns:a16="http://schemas.microsoft.com/office/drawing/2014/main" id="{896A121D-6019-863A-DF1F-CC6A77DF040F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13;p52">
              <a:extLst>
                <a:ext uri="{FF2B5EF4-FFF2-40B4-BE49-F238E27FC236}">
                  <a16:creationId xmlns:a16="http://schemas.microsoft.com/office/drawing/2014/main" id="{1D0C4929-5F1F-3394-3199-079DFB5C726B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2308;p52">
            <a:extLst>
              <a:ext uri="{FF2B5EF4-FFF2-40B4-BE49-F238E27FC236}">
                <a16:creationId xmlns:a16="http://schemas.microsoft.com/office/drawing/2014/main" id="{471DC7B4-0A11-9F9D-1C91-4B190A258139}"/>
              </a:ext>
            </a:extLst>
          </p:cNvPr>
          <p:cNvGrpSpPr/>
          <p:nvPr/>
        </p:nvGrpSpPr>
        <p:grpSpPr>
          <a:xfrm rot="16200000">
            <a:off x="9179584" y="1591325"/>
            <a:ext cx="3976114" cy="859693"/>
            <a:chOff x="4783909" y="2518498"/>
            <a:chExt cx="3136841" cy="328444"/>
          </a:xfrm>
        </p:grpSpPr>
        <p:cxnSp>
          <p:nvCxnSpPr>
            <p:cNvPr id="13" name="Google Shape;2309;p52">
              <a:extLst>
                <a:ext uri="{FF2B5EF4-FFF2-40B4-BE49-F238E27FC236}">
                  <a16:creationId xmlns:a16="http://schemas.microsoft.com/office/drawing/2014/main" id="{C08F579A-E4D5-8B5C-1315-752D35586D12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4" name="Google Shape;2310;p52">
              <a:extLst>
                <a:ext uri="{FF2B5EF4-FFF2-40B4-BE49-F238E27FC236}">
                  <a16:creationId xmlns:a16="http://schemas.microsoft.com/office/drawing/2014/main" id="{2659A3B2-FABA-26C7-BBB2-EEE3AEC779F9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11;p52">
              <a:extLst>
                <a:ext uri="{FF2B5EF4-FFF2-40B4-BE49-F238E27FC236}">
                  <a16:creationId xmlns:a16="http://schemas.microsoft.com/office/drawing/2014/main" id="{A73CF7A8-E369-E4EC-9B92-E2B5856CE1B0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12;p52">
              <a:extLst>
                <a:ext uri="{FF2B5EF4-FFF2-40B4-BE49-F238E27FC236}">
                  <a16:creationId xmlns:a16="http://schemas.microsoft.com/office/drawing/2014/main" id="{174E6966-45A3-29B4-9521-FCA2F5CC1CC8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13;p52">
              <a:extLst>
                <a:ext uri="{FF2B5EF4-FFF2-40B4-BE49-F238E27FC236}">
                  <a16:creationId xmlns:a16="http://schemas.microsoft.com/office/drawing/2014/main" id="{37354161-7534-BA27-BD1B-A8687E0C056E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A44A7096-1C92-8396-EB39-E5A9B59C0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295" y="2416483"/>
            <a:ext cx="3330564" cy="39097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C0DCD5D-51CD-F17F-1EA8-092E3A552996}"/>
              </a:ext>
            </a:extLst>
          </p:cNvPr>
          <p:cNvSpPr txBox="1"/>
          <p:nvPr/>
        </p:nvSpPr>
        <p:spPr>
          <a:xfrm>
            <a:off x="4953068" y="3253147"/>
            <a:ext cx="5609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kern="0" dirty="0">
                <a:solidFill>
                  <a:schemeClr val="bg1"/>
                </a:solidFill>
                <a:effectLst/>
                <a:latin typeface="Calibri corpo"/>
                <a:ea typeface="Times New Roman" panose="02020603050405020304" pitchFamily="18" charset="0"/>
                <a:cs typeface="Times New Roman" panose="02020603050405020304" pitchFamily="18" charset="0"/>
              </a:rPr>
              <a:t>As bombas de água são dispositivos utilizados para mover água de um lugar para outro. </a:t>
            </a:r>
            <a:endParaRPr lang="pt-PT" sz="2400" dirty="0">
              <a:solidFill>
                <a:schemeClr val="bg1"/>
              </a:solidFill>
              <a:latin typeface="Calibri corpo"/>
            </a:endParaRPr>
          </a:p>
        </p:txBody>
      </p:sp>
    </p:spTree>
    <p:extLst>
      <p:ext uri="{BB962C8B-B14F-4D97-AF65-F5344CB8AC3E}">
        <p14:creationId xmlns:p14="http://schemas.microsoft.com/office/powerpoint/2010/main" val="146522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453B500-9179-2F58-0116-EBA03E5D4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4331" y="-1035496"/>
            <a:ext cx="5883337" cy="366238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33866-D5EE-AE6D-57DC-06C1CC507C62}"/>
              </a:ext>
            </a:extLst>
          </p:cNvPr>
          <p:cNvSpPr txBox="1"/>
          <p:nvPr/>
        </p:nvSpPr>
        <p:spPr>
          <a:xfrm>
            <a:off x="4619835" y="916266"/>
            <a:ext cx="295232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400" b="1" i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libri corpo"/>
              </a:rPr>
              <a:t>LED’s</a:t>
            </a:r>
            <a:endParaRPr lang="pt-PT" sz="3400" b="1" i="1" dirty="0">
              <a:solidFill>
                <a:schemeClr val="bg2">
                  <a:lumMod val="60000"/>
                  <a:lumOff val="40000"/>
                </a:schemeClr>
              </a:solidFill>
              <a:latin typeface="Calibri corpo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298992-6359-33A4-21F4-71843A425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3" y="2352086"/>
            <a:ext cx="4724554" cy="265969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AB37818-A30E-8ABB-2AE2-8941317BB173}"/>
              </a:ext>
            </a:extLst>
          </p:cNvPr>
          <p:cNvSpPr txBox="1"/>
          <p:nvPr/>
        </p:nvSpPr>
        <p:spPr>
          <a:xfrm>
            <a:off x="3719736" y="3140968"/>
            <a:ext cx="64087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Um LED, díodo emissor de luz, é um semicondutor que emite luz quando corrente flui através dele. </a:t>
            </a:r>
          </a:p>
          <a:p>
            <a:pPr algn="just"/>
            <a:r>
              <a:rPr lang="pt-PT" sz="2400" kern="0" dirty="0">
                <a:solidFill>
                  <a:schemeClr val="bg1"/>
                </a:solidFill>
                <a:effectLst/>
                <a:latin typeface="Calibri corpo"/>
                <a:ea typeface="Times New Roman" panose="02020603050405020304" pitchFamily="18" charset="0"/>
                <a:cs typeface="Times New Roman" panose="02020603050405020304" pitchFamily="18" charset="0"/>
              </a:rPr>
              <a:t>Neste projeto utilizámos 2 </a:t>
            </a:r>
            <a:r>
              <a:rPr lang="pt-PT" sz="2400" kern="0" dirty="0" err="1">
                <a:solidFill>
                  <a:schemeClr val="bg1"/>
                </a:solidFill>
                <a:effectLst/>
                <a:latin typeface="Calibri corpo"/>
                <a:ea typeface="Times New Roman" panose="02020603050405020304" pitchFamily="18" charset="0"/>
                <a:cs typeface="Times New Roman" panose="02020603050405020304" pitchFamily="18" charset="0"/>
              </a:rPr>
              <a:t>LEDs</a:t>
            </a:r>
            <a:r>
              <a:rPr lang="pt-PT" sz="2400" kern="0" dirty="0">
                <a:solidFill>
                  <a:schemeClr val="bg1"/>
                </a:solidFill>
                <a:effectLst/>
                <a:latin typeface="Calibri corpo"/>
                <a:ea typeface="Times New Roman" panose="02020603050405020304" pitchFamily="18" charset="0"/>
                <a:cs typeface="Times New Roman" panose="02020603050405020304" pitchFamily="18" charset="0"/>
              </a:rPr>
              <a:t> (verde e vermelho) com o objetivo de sinalização do estado da operação. </a:t>
            </a:r>
            <a:endParaRPr lang="pt-PT" sz="2400" kern="100" dirty="0">
              <a:solidFill>
                <a:schemeClr val="bg1"/>
              </a:solidFill>
              <a:effectLst/>
              <a:latin typeface="Calibri corpo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PT" dirty="0">
              <a:solidFill>
                <a:schemeClr val="bg1"/>
              </a:solidFill>
            </a:endParaRPr>
          </a:p>
        </p:txBody>
      </p:sp>
      <p:grpSp>
        <p:nvGrpSpPr>
          <p:cNvPr id="9" name="Google Shape;2308;p52">
            <a:extLst>
              <a:ext uri="{FF2B5EF4-FFF2-40B4-BE49-F238E27FC236}">
                <a16:creationId xmlns:a16="http://schemas.microsoft.com/office/drawing/2014/main" id="{709A224A-9CA0-1CFA-6A07-AA3F114C74F4}"/>
              </a:ext>
            </a:extLst>
          </p:cNvPr>
          <p:cNvGrpSpPr/>
          <p:nvPr/>
        </p:nvGrpSpPr>
        <p:grpSpPr>
          <a:xfrm rot="5400000">
            <a:off x="-1222851" y="4392472"/>
            <a:ext cx="3976114" cy="859693"/>
            <a:chOff x="4783909" y="2518498"/>
            <a:chExt cx="3136841" cy="328444"/>
          </a:xfrm>
        </p:grpSpPr>
        <p:cxnSp>
          <p:nvCxnSpPr>
            <p:cNvPr id="10" name="Google Shape;2309;p52">
              <a:extLst>
                <a:ext uri="{FF2B5EF4-FFF2-40B4-BE49-F238E27FC236}">
                  <a16:creationId xmlns:a16="http://schemas.microsoft.com/office/drawing/2014/main" id="{7FD54AAF-6240-4B15-507A-D14F39E48946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1" name="Google Shape;2310;p52">
              <a:extLst>
                <a:ext uri="{FF2B5EF4-FFF2-40B4-BE49-F238E27FC236}">
                  <a16:creationId xmlns:a16="http://schemas.microsoft.com/office/drawing/2014/main" id="{85E9EAAE-ECB5-46D3-339E-A42643A5A3D6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11;p52">
              <a:extLst>
                <a:ext uri="{FF2B5EF4-FFF2-40B4-BE49-F238E27FC236}">
                  <a16:creationId xmlns:a16="http://schemas.microsoft.com/office/drawing/2014/main" id="{3F540092-42B9-5B73-DBFA-C44C82A7FEBA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12;p52">
              <a:extLst>
                <a:ext uri="{FF2B5EF4-FFF2-40B4-BE49-F238E27FC236}">
                  <a16:creationId xmlns:a16="http://schemas.microsoft.com/office/drawing/2014/main" id="{45B79B23-DDD6-4789-B10F-EE0D0E303911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3;p52">
              <a:extLst>
                <a:ext uri="{FF2B5EF4-FFF2-40B4-BE49-F238E27FC236}">
                  <a16:creationId xmlns:a16="http://schemas.microsoft.com/office/drawing/2014/main" id="{BAB03D5A-4B22-8963-440B-1D828D7F3006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2308;p52">
            <a:extLst>
              <a:ext uri="{FF2B5EF4-FFF2-40B4-BE49-F238E27FC236}">
                <a16:creationId xmlns:a16="http://schemas.microsoft.com/office/drawing/2014/main" id="{994AEE32-9764-880A-8683-34DDE27C9279}"/>
              </a:ext>
            </a:extLst>
          </p:cNvPr>
          <p:cNvGrpSpPr/>
          <p:nvPr/>
        </p:nvGrpSpPr>
        <p:grpSpPr>
          <a:xfrm rot="16200000">
            <a:off x="9179584" y="1591325"/>
            <a:ext cx="3976114" cy="859693"/>
            <a:chOff x="4783909" y="2518498"/>
            <a:chExt cx="3136841" cy="328444"/>
          </a:xfrm>
        </p:grpSpPr>
        <p:cxnSp>
          <p:nvCxnSpPr>
            <p:cNvPr id="16" name="Google Shape;2309;p52">
              <a:extLst>
                <a:ext uri="{FF2B5EF4-FFF2-40B4-BE49-F238E27FC236}">
                  <a16:creationId xmlns:a16="http://schemas.microsoft.com/office/drawing/2014/main" id="{AF3957D3-65D8-5F32-EFE6-0EAD3C5F41A8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7" name="Google Shape;2310;p52">
              <a:extLst>
                <a:ext uri="{FF2B5EF4-FFF2-40B4-BE49-F238E27FC236}">
                  <a16:creationId xmlns:a16="http://schemas.microsoft.com/office/drawing/2014/main" id="{0E46D166-2863-F927-3701-7BD9811582E3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11;p52">
              <a:extLst>
                <a:ext uri="{FF2B5EF4-FFF2-40B4-BE49-F238E27FC236}">
                  <a16:creationId xmlns:a16="http://schemas.microsoft.com/office/drawing/2014/main" id="{6058F3C4-5F06-D30C-BBDE-8A2EDE770105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12;p52">
              <a:extLst>
                <a:ext uri="{FF2B5EF4-FFF2-40B4-BE49-F238E27FC236}">
                  <a16:creationId xmlns:a16="http://schemas.microsoft.com/office/drawing/2014/main" id="{992E7238-23F8-A3A0-7E17-B94E7A079284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13;p52">
              <a:extLst>
                <a:ext uri="{FF2B5EF4-FFF2-40B4-BE49-F238E27FC236}">
                  <a16:creationId xmlns:a16="http://schemas.microsoft.com/office/drawing/2014/main" id="{D7811042-F28B-ECF5-88F3-CBD9D15E7F44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001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453B500-9179-2F58-0116-EBA03E5D4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4331" y="-1035496"/>
            <a:ext cx="5883337" cy="366238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33866-D5EE-AE6D-57DC-06C1CC507C62}"/>
              </a:ext>
            </a:extLst>
          </p:cNvPr>
          <p:cNvSpPr txBox="1"/>
          <p:nvPr/>
        </p:nvSpPr>
        <p:spPr>
          <a:xfrm>
            <a:off x="4583832" y="980728"/>
            <a:ext cx="295232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400" b="1" i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libri corpo"/>
              </a:rPr>
              <a:t>Buzzer</a:t>
            </a:r>
            <a:endParaRPr lang="pt-PT" sz="3400" b="1" i="1" dirty="0">
              <a:solidFill>
                <a:schemeClr val="bg2">
                  <a:lumMod val="60000"/>
                  <a:lumOff val="40000"/>
                </a:schemeClr>
              </a:solidFill>
              <a:latin typeface="Calibri corpo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B37818-A30E-8ABB-2AE2-8941317BB173}"/>
              </a:ext>
            </a:extLst>
          </p:cNvPr>
          <p:cNvSpPr txBox="1"/>
          <p:nvPr/>
        </p:nvSpPr>
        <p:spPr>
          <a:xfrm>
            <a:off x="5885472" y="2875638"/>
            <a:ext cx="4510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Um </a:t>
            </a:r>
            <a:r>
              <a:rPr lang="pt-PT" sz="24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buzzer</a:t>
            </a:r>
            <a:r>
              <a:rPr lang="pt-PT" sz="24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 um dispositivo que converte sinais elétricos em ondas </a:t>
            </a:r>
            <a:r>
              <a:rPr lang="pt-PT" sz="24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sonoras</a:t>
            </a:r>
            <a:r>
              <a:rPr lang="pt-PT" sz="24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audíveis.</a:t>
            </a:r>
            <a:endParaRPr lang="pt-PT" sz="2400" dirty="0">
              <a:solidFill>
                <a:schemeClr val="bg1"/>
              </a:solidFill>
            </a:endParaRPr>
          </a:p>
        </p:txBody>
      </p:sp>
      <p:grpSp>
        <p:nvGrpSpPr>
          <p:cNvPr id="9" name="Google Shape;2308;p52">
            <a:extLst>
              <a:ext uri="{FF2B5EF4-FFF2-40B4-BE49-F238E27FC236}">
                <a16:creationId xmlns:a16="http://schemas.microsoft.com/office/drawing/2014/main" id="{709A224A-9CA0-1CFA-6A07-AA3F114C74F4}"/>
              </a:ext>
            </a:extLst>
          </p:cNvPr>
          <p:cNvGrpSpPr/>
          <p:nvPr/>
        </p:nvGrpSpPr>
        <p:grpSpPr>
          <a:xfrm rot="5400000">
            <a:off x="-1222851" y="4392472"/>
            <a:ext cx="3976114" cy="859693"/>
            <a:chOff x="4783909" y="2518498"/>
            <a:chExt cx="3136841" cy="328444"/>
          </a:xfrm>
        </p:grpSpPr>
        <p:cxnSp>
          <p:nvCxnSpPr>
            <p:cNvPr id="10" name="Google Shape;2309;p52">
              <a:extLst>
                <a:ext uri="{FF2B5EF4-FFF2-40B4-BE49-F238E27FC236}">
                  <a16:creationId xmlns:a16="http://schemas.microsoft.com/office/drawing/2014/main" id="{7FD54AAF-6240-4B15-507A-D14F39E48946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1" name="Google Shape;2310;p52">
              <a:extLst>
                <a:ext uri="{FF2B5EF4-FFF2-40B4-BE49-F238E27FC236}">
                  <a16:creationId xmlns:a16="http://schemas.microsoft.com/office/drawing/2014/main" id="{85E9EAAE-ECB5-46D3-339E-A42643A5A3D6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11;p52">
              <a:extLst>
                <a:ext uri="{FF2B5EF4-FFF2-40B4-BE49-F238E27FC236}">
                  <a16:creationId xmlns:a16="http://schemas.microsoft.com/office/drawing/2014/main" id="{3F540092-42B9-5B73-DBFA-C44C82A7FEBA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12;p52">
              <a:extLst>
                <a:ext uri="{FF2B5EF4-FFF2-40B4-BE49-F238E27FC236}">
                  <a16:creationId xmlns:a16="http://schemas.microsoft.com/office/drawing/2014/main" id="{45B79B23-DDD6-4789-B10F-EE0D0E303911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3;p52">
              <a:extLst>
                <a:ext uri="{FF2B5EF4-FFF2-40B4-BE49-F238E27FC236}">
                  <a16:creationId xmlns:a16="http://schemas.microsoft.com/office/drawing/2014/main" id="{BAB03D5A-4B22-8963-440B-1D828D7F3006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2308;p52">
            <a:extLst>
              <a:ext uri="{FF2B5EF4-FFF2-40B4-BE49-F238E27FC236}">
                <a16:creationId xmlns:a16="http://schemas.microsoft.com/office/drawing/2014/main" id="{994AEE32-9764-880A-8683-34DDE27C9279}"/>
              </a:ext>
            </a:extLst>
          </p:cNvPr>
          <p:cNvGrpSpPr/>
          <p:nvPr/>
        </p:nvGrpSpPr>
        <p:grpSpPr>
          <a:xfrm rot="16200000">
            <a:off x="9179584" y="1591325"/>
            <a:ext cx="3976114" cy="859693"/>
            <a:chOff x="4783909" y="2518498"/>
            <a:chExt cx="3136841" cy="328444"/>
          </a:xfrm>
        </p:grpSpPr>
        <p:cxnSp>
          <p:nvCxnSpPr>
            <p:cNvPr id="16" name="Google Shape;2309;p52">
              <a:extLst>
                <a:ext uri="{FF2B5EF4-FFF2-40B4-BE49-F238E27FC236}">
                  <a16:creationId xmlns:a16="http://schemas.microsoft.com/office/drawing/2014/main" id="{AF3957D3-65D8-5F32-EFE6-0EAD3C5F41A8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7" name="Google Shape;2310;p52">
              <a:extLst>
                <a:ext uri="{FF2B5EF4-FFF2-40B4-BE49-F238E27FC236}">
                  <a16:creationId xmlns:a16="http://schemas.microsoft.com/office/drawing/2014/main" id="{0E46D166-2863-F927-3701-7BD9811582E3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11;p52">
              <a:extLst>
                <a:ext uri="{FF2B5EF4-FFF2-40B4-BE49-F238E27FC236}">
                  <a16:creationId xmlns:a16="http://schemas.microsoft.com/office/drawing/2014/main" id="{6058F3C4-5F06-D30C-BBDE-8A2EDE770105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12;p52">
              <a:extLst>
                <a:ext uri="{FF2B5EF4-FFF2-40B4-BE49-F238E27FC236}">
                  <a16:creationId xmlns:a16="http://schemas.microsoft.com/office/drawing/2014/main" id="{992E7238-23F8-A3A0-7E17-B94E7A079284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13;p52">
              <a:extLst>
                <a:ext uri="{FF2B5EF4-FFF2-40B4-BE49-F238E27FC236}">
                  <a16:creationId xmlns:a16="http://schemas.microsoft.com/office/drawing/2014/main" id="{D7811042-F28B-ECF5-88F3-CBD9D15E7F44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CB72F4D5-95FB-991A-EA07-C49608CAE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781" y="2939610"/>
            <a:ext cx="4200206" cy="3208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5062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una Education | Vancouver's Trusted Online &amp; In Person Tutors">
            <a:extLst>
              <a:ext uri="{FF2B5EF4-FFF2-40B4-BE49-F238E27FC236}">
                <a16:creationId xmlns:a16="http://schemas.microsoft.com/office/drawing/2014/main" id="{E32FAC21-CAAF-6E8C-A731-0A5037B00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250" l="6300" r="90550">
                        <a14:foregroundMark x1="11800" y1="67550" x2="18850" y2="70300"/>
                        <a14:foregroundMark x1="13100" y1="71850" x2="12000" y2="78300"/>
                        <a14:foregroundMark x1="12000" y1="78300" x2="15250" y2="86000"/>
                        <a14:foregroundMark x1="15250" y1="86000" x2="26400" y2="81400"/>
                        <a14:foregroundMark x1="26400" y1="81400" x2="34400" y2="80800"/>
                        <a14:foregroundMark x1="34400" y1="80800" x2="31250" y2="86050"/>
                        <a14:foregroundMark x1="31250" y1="86050" x2="19150" y2="85150"/>
                        <a14:foregroundMark x1="19150" y1="85150" x2="34250" y2="87050"/>
                        <a14:foregroundMark x1="34250" y1="87050" x2="43600" y2="84400"/>
                        <a14:foregroundMark x1="43600" y1="84400" x2="39750" y2="89850"/>
                        <a14:foregroundMark x1="39750" y1="89850" x2="39250" y2="89750"/>
                        <a14:foregroundMark x1="15050" y1="73300" x2="23300" y2="83500"/>
                        <a14:foregroundMark x1="11400" y1="62050" x2="25100" y2="68650"/>
                        <a14:foregroundMark x1="25100" y1="68650" x2="25650" y2="69100"/>
                        <a14:foregroundMark x1="6300" y1="64800" x2="14150" y2="65450"/>
                        <a14:foregroundMark x1="14150" y1="65450" x2="15050" y2="65850"/>
                        <a14:foregroundMark x1="13900" y1="80350" x2="16600" y2="80350"/>
                        <a14:foregroundMark x1="90600" y1="65050" x2="90350" y2="76950"/>
                        <a14:foregroundMark x1="75050" y1="74200" x2="63700" y2="84600"/>
                        <a14:foregroundMark x1="63700" y1="84600" x2="74500" y2="78000"/>
                        <a14:foregroundMark x1="74500" y1="78000" x2="78350" y2="77850"/>
                        <a14:foregroundMark x1="68650" y1="71750" x2="77150" y2="80600"/>
                        <a14:foregroundMark x1="10500" y1="60350" x2="16500" y2="60300"/>
                        <a14:foregroundMark x1="16500" y1="60300" x2="79950" y2="68700"/>
                        <a14:foregroundMark x1="79950" y1="68700" x2="88800" y2="68450"/>
                        <a14:foregroundMark x1="88800" y1="68450" x2="90000" y2="79450"/>
                        <a14:foregroundMark x1="90000" y1="79450" x2="87700" y2="88050"/>
                        <a14:foregroundMark x1="87700" y1="88050" x2="80150" y2="89950"/>
                        <a14:foregroundMark x1="80150" y1="89950" x2="24600" y2="87750"/>
                        <a14:foregroundMark x1="24600" y1="87750" x2="9950" y2="90550"/>
                        <a14:foregroundMark x1="9950" y1="90550" x2="9550" y2="60250"/>
                        <a14:foregroundMark x1="59900" y1="68050" x2="75650" y2="68050"/>
                        <a14:foregroundMark x1="75650" y1="68050" x2="94200" y2="67800"/>
                        <a14:foregroundMark x1="94200" y1="67800" x2="88100" y2="93700"/>
                        <a14:foregroundMark x1="88100" y1="93700" x2="67950" y2="97250"/>
                        <a14:foregroundMark x1="67950" y1="97250" x2="56350" y2="89400"/>
                        <a14:foregroundMark x1="56350" y1="89400" x2="47000" y2="88150"/>
                        <a14:foregroundMark x1="47000" y1="88150" x2="59650" y2="64350"/>
                        <a14:foregroundMark x1="59650" y1="64350" x2="66000" y2="62350"/>
                        <a14:foregroundMark x1="66000" y1="62350" x2="78150" y2="63950"/>
                        <a14:foregroundMark x1="78150" y1="63950" x2="79000" y2="64650"/>
                        <a14:backgroundMark x1="14400" y1="21550" x2="14400" y2="215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48" y="-459432"/>
            <a:ext cx="8040216" cy="804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68646" y="1154733"/>
            <a:ext cx="3873722" cy="110011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600" b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Outros componentes utilizados</a:t>
            </a:r>
          </a:p>
        </p:txBody>
      </p:sp>
      <p:sp>
        <p:nvSpPr>
          <p:cNvPr id="3" name="Bolha de Pensamento: Nuvem 2">
            <a:extLst>
              <a:ext uri="{FF2B5EF4-FFF2-40B4-BE49-F238E27FC236}">
                <a16:creationId xmlns:a16="http://schemas.microsoft.com/office/drawing/2014/main" id="{DF8FB244-F228-40E9-B23F-42D52188E247}"/>
              </a:ext>
            </a:extLst>
          </p:cNvPr>
          <p:cNvSpPr/>
          <p:nvPr/>
        </p:nvSpPr>
        <p:spPr>
          <a:xfrm rot="10800000">
            <a:off x="354975" y="-19422"/>
            <a:ext cx="6101065" cy="3448422"/>
          </a:xfrm>
          <a:prstGeom prst="cloudCallout">
            <a:avLst>
              <a:gd name="adj1" fmla="val -66745"/>
              <a:gd name="adj2" fmla="val -28326"/>
            </a:avLst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8229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453B500-9179-2F58-0116-EBA03E5D4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4331" y="-1035496"/>
            <a:ext cx="5883337" cy="366238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33866-D5EE-AE6D-57DC-06C1CC507C62}"/>
              </a:ext>
            </a:extLst>
          </p:cNvPr>
          <p:cNvSpPr txBox="1"/>
          <p:nvPr/>
        </p:nvSpPr>
        <p:spPr>
          <a:xfrm>
            <a:off x="4583832" y="980728"/>
            <a:ext cx="295232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4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Calibri corpo"/>
              </a:rPr>
              <a:t>Transístor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B37818-A30E-8ABB-2AE2-8941317BB173}"/>
              </a:ext>
            </a:extLst>
          </p:cNvPr>
          <p:cNvSpPr txBox="1"/>
          <p:nvPr/>
        </p:nvSpPr>
        <p:spPr>
          <a:xfrm>
            <a:off x="3763099" y="3460984"/>
            <a:ext cx="67154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Um transístor é um componente eletrónico semicondutor que pode amplificar ou comutar sinais elétricos.</a:t>
            </a:r>
          </a:p>
          <a:p>
            <a:pPr algn="just"/>
            <a:r>
              <a:rPr lang="pt-PT" sz="24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É constituído por três terminais: o emissor, a base e o coletor. </a:t>
            </a:r>
            <a:endParaRPr lang="pt-PT" sz="2400" dirty="0">
              <a:solidFill>
                <a:schemeClr val="bg1"/>
              </a:solidFill>
              <a:latin typeface="Calibri corpo"/>
            </a:endParaRPr>
          </a:p>
        </p:txBody>
      </p:sp>
      <p:grpSp>
        <p:nvGrpSpPr>
          <p:cNvPr id="9" name="Google Shape;2308;p52">
            <a:extLst>
              <a:ext uri="{FF2B5EF4-FFF2-40B4-BE49-F238E27FC236}">
                <a16:creationId xmlns:a16="http://schemas.microsoft.com/office/drawing/2014/main" id="{709A224A-9CA0-1CFA-6A07-AA3F114C74F4}"/>
              </a:ext>
            </a:extLst>
          </p:cNvPr>
          <p:cNvGrpSpPr/>
          <p:nvPr/>
        </p:nvGrpSpPr>
        <p:grpSpPr>
          <a:xfrm rot="5400000">
            <a:off x="-1513406" y="4440096"/>
            <a:ext cx="3976114" cy="859693"/>
            <a:chOff x="4783909" y="2518498"/>
            <a:chExt cx="3136841" cy="328444"/>
          </a:xfrm>
        </p:grpSpPr>
        <p:cxnSp>
          <p:nvCxnSpPr>
            <p:cNvPr id="10" name="Google Shape;2309;p52">
              <a:extLst>
                <a:ext uri="{FF2B5EF4-FFF2-40B4-BE49-F238E27FC236}">
                  <a16:creationId xmlns:a16="http://schemas.microsoft.com/office/drawing/2014/main" id="{7FD54AAF-6240-4B15-507A-D14F39E48946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1" name="Google Shape;2310;p52">
              <a:extLst>
                <a:ext uri="{FF2B5EF4-FFF2-40B4-BE49-F238E27FC236}">
                  <a16:creationId xmlns:a16="http://schemas.microsoft.com/office/drawing/2014/main" id="{85E9EAAE-ECB5-46D3-339E-A42643A5A3D6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11;p52">
              <a:extLst>
                <a:ext uri="{FF2B5EF4-FFF2-40B4-BE49-F238E27FC236}">
                  <a16:creationId xmlns:a16="http://schemas.microsoft.com/office/drawing/2014/main" id="{3F540092-42B9-5B73-DBFA-C44C82A7FEBA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12;p52">
              <a:extLst>
                <a:ext uri="{FF2B5EF4-FFF2-40B4-BE49-F238E27FC236}">
                  <a16:creationId xmlns:a16="http://schemas.microsoft.com/office/drawing/2014/main" id="{45B79B23-DDD6-4789-B10F-EE0D0E303911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3;p52">
              <a:extLst>
                <a:ext uri="{FF2B5EF4-FFF2-40B4-BE49-F238E27FC236}">
                  <a16:creationId xmlns:a16="http://schemas.microsoft.com/office/drawing/2014/main" id="{BAB03D5A-4B22-8963-440B-1D828D7F3006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2308;p52">
            <a:extLst>
              <a:ext uri="{FF2B5EF4-FFF2-40B4-BE49-F238E27FC236}">
                <a16:creationId xmlns:a16="http://schemas.microsoft.com/office/drawing/2014/main" id="{994AEE32-9764-880A-8683-34DDE27C9279}"/>
              </a:ext>
            </a:extLst>
          </p:cNvPr>
          <p:cNvGrpSpPr/>
          <p:nvPr/>
        </p:nvGrpSpPr>
        <p:grpSpPr>
          <a:xfrm rot="16200000">
            <a:off x="9179584" y="1591325"/>
            <a:ext cx="3976114" cy="859693"/>
            <a:chOff x="4783909" y="2518498"/>
            <a:chExt cx="3136841" cy="328444"/>
          </a:xfrm>
        </p:grpSpPr>
        <p:cxnSp>
          <p:nvCxnSpPr>
            <p:cNvPr id="16" name="Google Shape;2309;p52">
              <a:extLst>
                <a:ext uri="{FF2B5EF4-FFF2-40B4-BE49-F238E27FC236}">
                  <a16:creationId xmlns:a16="http://schemas.microsoft.com/office/drawing/2014/main" id="{AF3957D3-65D8-5F32-EFE6-0EAD3C5F41A8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7" name="Google Shape;2310;p52">
              <a:extLst>
                <a:ext uri="{FF2B5EF4-FFF2-40B4-BE49-F238E27FC236}">
                  <a16:creationId xmlns:a16="http://schemas.microsoft.com/office/drawing/2014/main" id="{0E46D166-2863-F927-3701-7BD9811582E3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11;p52">
              <a:extLst>
                <a:ext uri="{FF2B5EF4-FFF2-40B4-BE49-F238E27FC236}">
                  <a16:creationId xmlns:a16="http://schemas.microsoft.com/office/drawing/2014/main" id="{6058F3C4-5F06-D30C-BBDE-8A2EDE770105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12;p52">
              <a:extLst>
                <a:ext uri="{FF2B5EF4-FFF2-40B4-BE49-F238E27FC236}">
                  <a16:creationId xmlns:a16="http://schemas.microsoft.com/office/drawing/2014/main" id="{992E7238-23F8-A3A0-7E17-B94E7A079284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13;p52">
              <a:extLst>
                <a:ext uri="{FF2B5EF4-FFF2-40B4-BE49-F238E27FC236}">
                  <a16:creationId xmlns:a16="http://schemas.microsoft.com/office/drawing/2014/main" id="{D7811042-F28B-ECF5-88F3-CBD9D15E7F44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B592565F-9496-DF61-82AE-B260B8100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14" y="3445417"/>
            <a:ext cx="2724904" cy="31154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0128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6266D6F-78EA-F46B-D21A-9D1083D14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28" y="2782433"/>
            <a:ext cx="4920146" cy="343590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453B500-9179-2F58-0116-EBA03E5D4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4331" y="-1035496"/>
            <a:ext cx="5883337" cy="366238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33866-D5EE-AE6D-57DC-06C1CC507C62}"/>
              </a:ext>
            </a:extLst>
          </p:cNvPr>
          <p:cNvSpPr txBox="1"/>
          <p:nvPr/>
        </p:nvSpPr>
        <p:spPr>
          <a:xfrm>
            <a:off x="4205789" y="846993"/>
            <a:ext cx="37804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400" b="1" i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Microcontrolador</a:t>
            </a:r>
            <a:endParaRPr lang="pt-PT" sz="3400" b="1" i="1" dirty="0">
              <a:solidFill>
                <a:schemeClr val="bg2">
                  <a:lumMod val="60000"/>
                  <a:lumOff val="40000"/>
                </a:schemeClr>
              </a:solidFill>
              <a:latin typeface="Calibri corpo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B37818-A30E-8ABB-2AE2-8941317BB173}"/>
              </a:ext>
            </a:extLst>
          </p:cNvPr>
          <p:cNvSpPr txBox="1"/>
          <p:nvPr/>
        </p:nvSpPr>
        <p:spPr>
          <a:xfrm>
            <a:off x="5159896" y="3400392"/>
            <a:ext cx="67154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Um microcontrolador é um circuito integrado compacto projetado para executar tarefas predefinidas com alta eficiência e baixo consumo de energia. </a:t>
            </a:r>
            <a:endParaRPr lang="pt-PT" sz="2400" dirty="0">
              <a:solidFill>
                <a:schemeClr val="bg1"/>
              </a:solidFill>
              <a:latin typeface="Calibri corpo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PT" sz="2400" dirty="0">
                <a:solidFill>
                  <a:schemeClr val="bg1"/>
                </a:solidFill>
                <a:effectLst/>
                <a:latin typeface="Calibri corpo"/>
                <a:ea typeface="Aptos" panose="020B0004020202020204" pitchFamily="34" charset="0"/>
                <a:cs typeface="Times New Roman" panose="02020603050405020304" pitchFamily="18" charset="0"/>
              </a:rPr>
              <a:t>É constituído por um processador central (CPU), memória (RAM e ROM) e periféricos de entrada/saída integrados em um único chip.</a:t>
            </a:r>
            <a:endParaRPr lang="pt-PT" sz="3200" dirty="0">
              <a:solidFill>
                <a:schemeClr val="bg1"/>
              </a:solidFill>
              <a:latin typeface="Calibri corpo"/>
            </a:endParaRPr>
          </a:p>
        </p:txBody>
      </p:sp>
    </p:spTree>
    <p:extLst>
      <p:ext uri="{BB962C8B-B14F-4D97-AF65-F5344CB8AC3E}">
        <p14:creationId xmlns:p14="http://schemas.microsoft.com/office/powerpoint/2010/main" val="1647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E6F49-26DC-FED7-F8B5-449CC38BF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2" y="22860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pt-PT" b="1" i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Execução do projeto</a:t>
            </a:r>
          </a:p>
        </p:txBody>
      </p:sp>
      <p:grpSp>
        <p:nvGrpSpPr>
          <p:cNvPr id="3" name="Google Shape;1096;p41">
            <a:extLst>
              <a:ext uri="{FF2B5EF4-FFF2-40B4-BE49-F238E27FC236}">
                <a16:creationId xmlns:a16="http://schemas.microsoft.com/office/drawing/2014/main" id="{A7ED3A36-BDA7-F3D6-9766-D1911F7B4CEE}"/>
              </a:ext>
            </a:extLst>
          </p:cNvPr>
          <p:cNvGrpSpPr/>
          <p:nvPr/>
        </p:nvGrpSpPr>
        <p:grpSpPr>
          <a:xfrm rot="10800000">
            <a:off x="-672752" y="-99392"/>
            <a:ext cx="9577064" cy="6624736"/>
            <a:chOff x="2300427" y="112222"/>
            <a:chExt cx="6969336" cy="4919052"/>
          </a:xfrm>
        </p:grpSpPr>
        <p:grpSp>
          <p:nvGrpSpPr>
            <p:cNvPr id="4" name="Google Shape;1097;p41">
              <a:extLst>
                <a:ext uri="{FF2B5EF4-FFF2-40B4-BE49-F238E27FC236}">
                  <a16:creationId xmlns:a16="http://schemas.microsoft.com/office/drawing/2014/main" id="{980326F8-73DF-CF19-74A2-5DF25CF9D28F}"/>
                </a:ext>
              </a:extLst>
            </p:cNvPr>
            <p:cNvGrpSpPr/>
            <p:nvPr/>
          </p:nvGrpSpPr>
          <p:grpSpPr>
            <a:xfrm rot="-2700000" flipH="1">
              <a:off x="3277565" y="987828"/>
              <a:ext cx="3211454" cy="3167835"/>
              <a:chOff x="2632375" y="3610525"/>
              <a:chExt cx="1063875" cy="1049425"/>
            </a:xfrm>
          </p:grpSpPr>
          <p:sp>
            <p:nvSpPr>
              <p:cNvPr id="19" name="Google Shape;1098;p41">
                <a:extLst>
                  <a:ext uri="{FF2B5EF4-FFF2-40B4-BE49-F238E27FC236}">
                    <a16:creationId xmlns:a16="http://schemas.microsoft.com/office/drawing/2014/main" id="{4C732110-D08E-0734-1F63-6D167FABEF88}"/>
                  </a:ext>
                </a:extLst>
              </p:cNvPr>
              <p:cNvSpPr/>
              <p:nvPr/>
            </p:nvSpPr>
            <p:spPr>
              <a:xfrm>
                <a:off x="3678750" y="4093825"/>
                <a:ext cx="17500" cy="12995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5198" fill="none" extrusionOk="0">
                    <a:moveTo>
                      <a:pt x="699" y="0"/>
                    </a:moveTo>
                    <a:cubicBezTo>
                      <a:pt x="699" y="1763"/>
                      <a:pt x="456" y="3496"/>
                      <a:pt x="0" y="5198"/>
                    </a:cubicBezTo>
                  </a:path>
                </a:pathLst>
              </a:custGeom>
              <a:solidFill>
                <a:schemeClr val="dk1"/>
              </a:solidFill>
              <a:ln w="123100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099;p41">
                <a:extLst>
                  <a:ext uri="{FF2B5EF4-FFF2-40B4-BE49-F238E27FC236}">
                    <a16:creationId xmlns:a16="http://schemas.microsoft.com/office/drawing/2014/main" id="{8571D75C-2673-A048-6176-6A04D075C368}"/>
                  </a:ext>
                </a:extLst>
              </p:cNvPr>
              <p:cNvSpPr/>
              <p:nvPr/>
            </p:nvSpPr>
            <p:spPr>
              <a:xfrm>
                <a:off x="2632375" y="3649275"/>
                <a:ext cx="997000" cy="1010675"/>
              </a:xfrm>
              <a:custGeom>
                <a:avLst/>
                <a:gdLst/>
                <a:ahLst/>
                <a:cxnLst/>
                <a:rect l="l" t="t" r="r" b="b"/>
                <a:pathLst>
                  <a:path w="39880" h="40427" fill="none" extrusionOk="0">
                    <a:moveTo>
                      <a:pt x="39880" y="27600"/>
                    </a:moveTo>
                    <a:cubicBezTo>
                      <a:pt x="33193" y="38937"/>
                      <a:pt x="17387" y="40427"/>
                      <a:pt x="8694" y="30548"/>
                    </a:cubicBezTo>
                    <a:cubicBezTo>
                      <a:pt x="0" y="20639"/>
                      <a:pt x="3526" y="5137"/>
                      <a:pt x="15654" y="1"/>
                    </a:cubicBezTo>
                  </a:path>
                </a:pathLst>
              </a:custGeom>
              <a:solidFill>
                <a:schemeClr val="dk1"/>
              </a:solidFill>
              <a:ln w="123100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100;p41">
                <a:extLst>
                  <a:ext uri="{FF2B5EF4-FFF2-40B4-BE49-F238E27FC236}">
                    <a16:creationId xmlns:a16="http://schemas.microsoft.com/office/drawing/2014/main" id="{09E3CBCC-032C-3B90-C640-A764B5B01E1E}"/>
                  </a:ext>
                </a:extLst>
              </p:cNvPr>
              <p:cNvSpPr/>
              <p:nvPr/>
            </p:nvSpPr>
            <p:spPr>
              <a:xfrm>
                <a:off x="3083000" y="3610525"/>
                <a:ext cx="129950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5198" h="700" fill="none" extrusionOk="0">
                    <a:moveTo>
                      <a:pt x="0" y="700"/>
                    </a:moveTo>
                    <a:cubicBezTo>
                      <a:pt x="1702" y="244"/>
                      <a:pt x="3435" y="0"/>
                      <a:pt x="5198" y="0"/>
                    </a:cubicBezTo>
                  </a:path>
                </a:pathLst>
              </a:custGeom>
              <a:solidFill>
                <a:schemeClr val="dk1"/>
              </a:solidFill>
              <a:ln w="123100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1101;p41">
              <a:extLst>
                <a:ext uri="{FF2B5EF4-FFF2-40B4-BE49-F238E27FC236}">
                  <a16:creationId xmlns:a16="http://schemas.microsoft.com/office/drawing/2014/main" id="{F4E79901-D412-096F-213B-C5BA157EDDC1}"/>
                </a:ext>
              </a:extLst>
            </p:cNvPr>
            <p:cNvGrpSpPr/>
            <p:nvPr/>
          </p:nvGrpSpPr>
          <p:grpSpPr>
            <a:xfrm rot="-2090361">
              <a:off x="2998105" y="798847"/>
              <a:ext cx="3516348" cy="3545802"/>
              <a:chOff x="6711775" y="1299325"/>
              <a:chExt cx="3277015" cy="3304464"/>
            </a:xfrm>
          </p:grpSpPr>
          <p:sp>
            <p:nvSpPr>
              <p:cNvPr id="14" name="Google Shape;1102;p41">
                <a:extLst>
                  <a:ext uri="{FF2B5EF4-FFF2-40B4-BE49-F238E27FC236}">
                    <a16:creationId xmlns:a16="http://schemas.microsoft.com/office/drawing/2014/main" id="{29A9F4A9-0FE6-03BA-FFA9-27B37CC22413}"/>
                  </a:ext>
                </a:extLst>
              </p:cNvPr>
              <p:cNvSpPr/>
              <p:nvPr/>
            </p:nvSpPr>
            <p:spPr>
              <a:xfrm>
                <a:off x="6711775" y="1327877"/>
                <a:ext cx="3277015" cy="3275912"/>
              </a:xfrm>
              <a:custGeom>
                <a:avLst/>
                <a:gdLst/>
                <a:ahLst/>
                <a:cxnLst/>
                <a:rect l="l" t="t" r="r" b="b"/>
                <a:pathLst>
                  <a:path w="92161" h="92130" fill="none" extrusionOk="0">
                    <a:moveTo>
                      <a:pt x="44348" y="0"/>
                    </a:moveTo>
                    <a:cubicBezTo>
                      <a:pt x="62281" y="0"/>
                      <a:pt x="78421" y="10791"/>
                      <a:pt x="85291" y="27356"/>
                    </a:cubicBezTo>
                    <a:cubicBezTo>
                      <a:pt x="92160" y="43922"/>
                      <a:pt x="88361" y="62980"/>
                      <a:pt x="75686" y="75655"/>
                    </a:cubicBezTo>
                    <a:cubicBezTo>
                      <a:pt x="63011" y="88330"/>
                      <a:pt x="43953" y="92129"/>
                      <a:pt x="27387" y="85260"/>
                    </a:cubicBezTo>
                    <a:cubicBezTo>
                      <a:pt x="10821" y="78421"/>
                      <a:pt x="0" y="62250"/>
                      <a:pt x="0" y="44317"/>
                    </a:cubicBezTo>
                  </a:path>
                </a:pathLst>
              </a:custGeom>
              <a:noFill/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103;p41">
                <a:extLst>
                  <a:ext uri="{FF2B5EF4-FFF2-40B4-BE49-F238E27FC236}">
                    <a16:creationId xmlns:a16="http://schemas.microsoft.com/office/drawing/2014/main" id="{23FCFB06-446B-3149-0589-92005507F37D}"/>
                  </a:ext>
                </a:extLst>
              </p:cNvPr>
              <p:cNvSpPr/>
              <p:nvPr/>
            </p:nvSpPr>
            <p:spPr>
              <a:xfrm>
                <a:off x="9627695" y="2121819"/>
                <a:ext cx="85800" cy="71222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2003" extrusionOk="0">
                    <a:moveTo>
                      <a:pt x="1290" y="0"/>
                    </a:moveTo>
                    <a:cubicBezTo>
                      <a:pt x="1112" y="0"/>
                      <a:pt x="930" y="51"/>
                      <a:pt x="760" y="164"/>
                    </a:cubicBezTo>
                    <a:cubicBezTo>
                      <a:pt x="0" y="650"/>
                      <a:pt x="213" y="1805"/>
                      <a:pt x="1094" y="1988"/>
                    </a:cubicBezTo>
                    <a:cubicBezTo>
                      <a:pt x="1151" y="1998"/>
                      <a:pt x="1209" y="2003"/>
                      <a:pt x="1265" y="2003"/>
                    </a:cubicBezTo>
                    <a:cubicBezTo>
                      <a:pt x="1721" y="2003"/>
                      <a:pt x="2141" y="1687"/>
                      <a:pt x="2249" y="1228"/>
                    </a:cubicBezTo>
                    <a:cubicBezTo>
                      <a:pt x="2413" y="551"/>
                      <a:pt x="1878" y="0"/>
                      <a:pt x="129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104;p41">
                <a:extLst>
                  <a:ext uri="{FF2B5EF4-FFF2-40B4-BE49-F238E27FC236}">
                    <a16:creationId xmlns:a16="http://schemas.microsoft.com/office/drawing/2014/main" id="{254DCDA4-7D19-F1C9-5E19-A9B2A46BD0EF}"/>
                  </a:ext>
                </a:extLst>
              </p:cNvPr>
              <p:cNvSpPr/>
              <p:nvPr/>
            </p:nvSpPr>
            <p:spPr>
              <a:xfrm>
                <a:off x="8409670" y="1299325"/>
                <a:ext cx="84982" cy="70546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984" extrusionOk="0">
                    <a:moveTo>
                      <a:pt x="1275" y="1"/>
                    </a:moveTo>
                    <a:cubicBezTo>
                      <a:pt x="1094" y="1"/>
                      <a:pt x="907" y="51"/>
                      <a:pt x="730" y="165"/>
                    </a:cubicBezTo>
                    <a:cubicBezTo>
                      <a:pt x="0" y="651"/>
                      <a:pt x="213" y="1776"/>
                      <a:pt x="1094" y="1958"/>
                    </a:cubicBezTo>
                    <a:cubicBezTo>
                      <a:pt x="1166" y="1975"/>
                      <a:pt x="1237" y="1983"/>
                      <a:pt x="1308" y="1983"/>
                    </a:cubicBezTo>
                    <a:cubicBezTo>
                      <a:pt x="1747" y="1983"/>
                      <a:pt x="2145" y="1670"/>
                      <a:pt x="2249" y="1198"/>
                    </a:cubicBezTo>
                    <a:cubicBezTo>
                      <a:pt x="2389" y="546"/>
                      <a:pt x="1868" y="1"/>
                      <a:pt x="1275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105;p41">
                <a:extLst>
                  <a:ext uri="{FF2B5EF4-FFF2-40B4-BE49-F238E27FC236}">
                    <a16:creationId xmlns:a16="http://schemas.microsoft.com/office/drawing/2014/main" id="{A4F0C9A4-6828-BD71-67C9-8219A742A918}"/>
                  </a:ext>
                </a:extLst>
              </p:cNvPr>
              <p:cNvSpPr/>
              <p:nvPr/>
            </p:nvSpPr>
            <p:spPr>
              <a:xfrm>
                <a:off x="8374007" y="4442202"/>
                <a:ext cx="86049" cy="70511"/>
              </a:xfrm>
              <a:custGeom>
                <a:avLst/>
                <a:gdLst/>
                <a:ahLst/>
                <a:cxnLst/>
                <a:rect l="l" t="t" r="r" b="b"/>
                <a:pathLst>
                  <a:path w="2420" h="1983" extrusionOk="0">
                    <a:moveTo>
                      <a:pt x="1293" y="0"/>
                    </a:moveTo>
                    <a:cubicBezTo>
                      <a:pt x="1114" y="0"/>
                      <a:pt x="930" y="51"/>
                      <a:pt x="760" y="164"/>
                    </a:cubicBezTo>
                    <a:cubicBezTo>
                      <a:pt x="0" y="651"/>
                      <a:pt x="243" y="1775"/>
                      <a:pt x="1094" y="1958"/>
                    </a:cubicBezTo>
                    <a:cubicBezTo>
                      <a:pt x="1170" y="1974"/>
                      <a:pt x="1245" y="1983"/>
                      <a:pt x="1319" y="1983"/>
                    </a:cubicBezTo>
                    <a:cubicBezTo>
                      <a:pt x="1777" y="1983"/>
                      <a:pt x="2175" y="1669"/>
                      <a:pt x="2280" y="1198"/>
                    </a:cubicBezTo>
                    <a:cubicBezTo>
                      <a:pt x="2420" y="545"/>
                      <a:pt x="1881" y="0"/>
                      <a:pt x="129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06;p41">
                <a:extLst>
                  <a:ext uri="{FF2B5EF4-FFF2-40B4-BE49-F238E27FC236}">
                    <a16:creationId xmlns:a16="http://schemas.microsoft.com/office/drawing/2014/main" id="{EC9FB33E-13C0-EB3E-8BBE-CAD119453F3E}"/>
                  </a:ext>
                </a:extLst>
              </p:cNvPr>
              <p:cNvSpPr/>
              <p:nvPr/>
            </p:nvSpPr>
            <p:spPr>
              <a:xfrm>
                <a:off x="7136035" y="3984554"/>
                <a:ext cx="79755" cy="70511"/>
              </a:xfrm>
              <a:custGeom>
                <a:avLst/>
                <a:gdLst/>
                <a:ahLst/>
                <a:cxnLst/>
                <a:rect l="l" t="t" r="r" b="b"/>
                <a:pathLst>
                  <a:path w="2243" h="1983" extrusionOk="0">
                    <a:moveTo>
                      <a:pt x="1142" y="0"/>
                    </a:moveTo>
                    <a:cubicBezTo>
                      <a:pt x="744" y="0"/>
                      <a:pt x="355" y="224"/>
                      <a:pt x="227" y="725"/>
                    </a:cubicBezTo>
                    <a:cubicBezTo>
                      <a:pt x="1" y="1508"/>
                      <a:pt x="611" y="1982"/>
                      <a:pt x="1209" y="1982"/>
                    </a:cubicBezTo>
                    <a:cubicBezTo>
                      <a:pt x="1655" y="1982"/>
                      <a:pt x="2094" y="1718"/>
                      <a:pt x="2172" y="1120"/>
                    </a:cubicBezTo>
                    <a:cubicBezTo>
                      <a:pt x="2242" y="418"/>
                      <a:pt x="1684" y="0"/>
                      <a:pt x="114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1107;p41">
              <a:extLst>
                <a:ext uri="{FF2B5EF4-FFF2-40B4-BE49-F238E27FC236}">
                  <a16:creationId xmlns:a16="http://schemas.microsoft.com/office/drawing/2014/main" id="{FC628E14-BAF0-D964-BBE5-D748C5CFF529}"/>
                </a:ext>
              </a:extLst>
            </p:cNvPr>
            <p:cNvSpPr/>
            <p:nvPr/>
          </p:nvSpPr>
          <p:spPr>
            <a:xfrm>
              <a:off x="6615621" y="2219307"/>
              <a:ext cx="2654142" cy="611358"/>
            </a:xfrm>
            <a:custGeom>
              <a:avLst/>
              <a:gdLst/>
              <a:ahLst/>
              <a:cxnLst/>
              <a:rect l="l" t="t" r="r" b="b"/>
              <a:pathLst>
                <a:path w="81553" h="18785" fill="none" extrusionOk="0">
                  <a:moveTo>
                    <a:pt x="81553" y="18785"/>
                  </a:moveTo>
                  <a:lnTo>
                    <a:pt x="62768" y="0"/>
                  </a:lnTo>
                  <a:lnTo>
                    <a:pt x="47084" y="0"/>
                  </a:lnTo>
                  <a:lnTo>
                    <a:pt x="47084" y="10791"/>
                  </a:lnTo>
                  <a:lnTo>
                    <a:pt x="1" y="10791"/>
                  </a:lnTo>
                </a:path>
              </a:pathLst>
            </a:custGeom>
            <a:solidFill>
              <a:schemeClr val="dk1"/>
            </a:solidFill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08;p41">
              <a:extLst>
                <a:ext uri="{FF2B5EF4-FFF2-40B4-BE49-F238E27FC236}">
                  <a16:creationId xmlns:a16="http://schemas.microsoft.com/office/drawing/2014/main" id="{BA8F24BF-CA95-08D8-C01C-2FF4CB680F19}"/>
                </a:ext>
              </a:extLst>
            </p:cNvPr>
            <p:cNvSpPr/>
            <p:nvPr/>
          </p:nvSpPr>
          <p:spPr>
            <a:xfrm>
              <a:off x="8125138" y="2550672"/>
              <a:ext cx="39607" cy="39607"/>
            </a:xfrm>
            <a:custGeom>
              <a:avLst/>
              <a:gdLst/>
              <a:ahLst/>
              <a:cxnLst/>
              <a:rect l="l" t="t" r="r" b="b"/>
              <a:pathLst>
                <a:path w="1217" h="1217" extrusionOk="0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09;p41">
              <a:extLst>
                <a:ext uri="{FF2B5EF4-FFF2-40B4-BE49-F238E27FC236}">
                  <a16:creationId xmlns:a16="http://schemas.microsoft.com/office/drawing/2014/main" id="{41DA2821-0C68-698A-26CE-16852DC2DC49}"/>
                </a:ext>
              </a:extLst>
            </p:cNvPr>
            <p:cNvSpPr/>
            <p:nvPr/>
          </p:nvSpPr>
          <p:spPr>
            <a:xfrm>
              <a:off x="7635482" y="1707875"/>
              <a:ext cx="1022922" cy="1022889"/>
            </a:xfrm>
            <a:custGeom>
              <a:avLst/>
              <a:gdLst/>
              <a:ahLst/>
              <a:cxnLst/>
              <a:rect l="l" t="t" r="r" b="b"/>
              <a:pathLst>
                <a:path w="31431" h="31430" fill="none" extrusionOk="0">
                  <a:moveTo>
                    <a:pt x="21035" y="2949"/>
                  </a:moveTo>
                  <a:cubicBezTo>
                    <a:pt x="28087" y="5867"/>
                    <a:pt x="31430" y="13952"/>
                    <a:pt x="28512" y="21035"/>
                  </a:cubicBezTo>
                  <a:cubicBezTo>
                    <a:pt x="25594" y="28086"/>
                    <a:pt x="17509" y="31430"/>
                    <a:pt x="10427" y="28512"/>
                  </a:cubicBezTo>
                  <a:cubicBezTo>
                    <a:pt x="3375" y="25594"/>
                    <a:pt x="1" y="17478"/>
                    <a:pt x="2949" y="10426"/>
                  </a:cubicBezTo>
                  <a:cubicBezTo>
                    <a:pt x="5867" y="3375"/>
                    <a:pt x="13953" y="1"/>
                    <a:pt x="21035" y="2949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10;p41">
              <a:extLst>
                <a:ext uri="{FF2B5EF4-FFF2-40B4-BE49-F238E27FC236}">
                  <a16:creationId xmlns:a16="http://schemas.microsoft.com/office/drawing/2014/main" id="{E56DDFB4-D631-77DE-0A30-BC6CA5948AA4}"/>
                </a:ext>
              </a:extLst>
            </p:cNvPr>
            <p:cNvSpPr/>
            <p:nvPr/>
          </p:nvSpPr>
          <p:spPr>
            <a:xfrm>
              <a:off x="7949075" y="2021471"/>
              <a:ext cx="347255" cy="347255"/>
            </a:xfrm>
            <a:custGeom>
              <a:avLst/>
              <a:gdLst/>
              <a:ahLst/>
              <a:cxnLst/>
              <a:rect l="l" t="t" r="r" b="b"/>
              <a:pathLst>
                <a:path w="10670" h="10670" fill="none" extrusionOk="0">
                  <a:moveTo>
                    <a:pt x="6110" y="10669"/>
                  </a:moveTo>
                  <a:cubicBezTo>
                    <a:pt x="2037" y="10669"/>
                    <a:pt x="0" y="5745"/>
                    <a:pt x="2858" y="2888"/>
                  </a:cubicBezTo>
                  <a:cubicBezTo>
                    <a:pt x="5745" y="0"/>
                    <a:pt x="10669" y="2037"/>
                    <a:pt x="10669" y="6110"/>
                  </a:cubicBezTo>
                  <a:cubicBezTo>
                    <a:pt x="10669" y="8633"/>
                    <a:pt x="8602" y="10669"/>
                    <a:pt x="6110" y="10669"/>
                  </a:cubicBezTo>
                  <a:close/>
                </a:path>
              </a:pathLst>
            </a:custGeom>
            <a:noFill/>
            <a:ln w="326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111;p41">
              <a:extLst>
                <a:ext uri="{FF2B5EF4-FFF2-40B4-BE49-F238E27FC236}">
                  <a16:creationId xmlns:a16="http://schemas.microsoft.com/office/drawing/2014/main" id="{28345396-4FC2-2363-95B3-0CB7B4C9B491}"/>
                </a:ext>
              </a:extLst>
            </p:cNvPr>
            <p:cNvSpPr/>
            <p:nvPr/>
          </p:nvSpPr>
          <p:spPr>
            <a:xfrm>
              <a:off x="6371009" y="2406273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12;p41">
              <a:extLst>
                <a:ext uri="{FF2B5EF4-FFF2-40B4-BE49-F238E27FC236}">
                  <a16:creationId xmlns:a16="http://schemas.microsoft.com/office/drawing/2014/main" id="{306E30B6-BCE9-658E-C464-2BFAF1A62596}"/>
                </a:ext>
              </a:extLst>
            </p:cNvPr>
            <p:cNvSpPr/>
            <p:nvPr/>
          </p:nvSpPr>
          <p:spPr>
            <a:xfrm>
              <a:off x="6403651" y="2439892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13;p41">
              <a:extLst>
                <a:ext uri="{FF2B5EF4-FFF2-40B4-BE49-F238E27FC236}">
                  <a16:creationId xmlns:a16="http://schemas.microsoft.com/office/drawing/2014/main" id="{993D1BB3-3D7F-3A4E-F7C8-C99F82083A17}"/>
                </a:ext>
              </a:extLst>
            </p:cNvPr>
            <p:cNvSpPr/>
            <p:nvPr/>
          </p:nvSpPr>
          <p:spPr>
            <a:xfrm>
              <a:off x="6440263" y="2476504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14;p41">
              <a:extLst>
                <a:ext uri="{FF2B5EF4-FFF2-40B4-BE49-F238E27FC236}">
                  <a16:creationId xmlns:a16="http://schemas.microsoft.com/office/drawing/2014/main" id="{CD276BDB-5CDF-F1B7-136E-873CD3810C4F}"/>
                </a:ext>
              </a:extLst>
            </p:cNvPr>
            <p:cNvSpPr/>
            <p:nvPr/>
          </p:nvSpPr>
          <p:spPr>
            <a:xfrm>
              <a:off x="7136942" y="2523986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096;p41">
            <a:extLst>
              <a:ext uri="{FF2B5EF4-FFF2-40B4-BE49-F238E27FC236}">
                <a16:creationId xmlns:a16="http://schemas.microsoft.com/office/drawing/2014/main" id="{B258C569-36C2-1A8E-D774-54C26C6495EE}"/>
              </a:ext>
            </a:extLst>
          </p:cNvPr>
          <p:cNvGrpSpPr/>
          <p:nvPr/>
        </p:nvGrpSpPr>
        <p:grpSpPr>
          <a:xfrm>
            <a:off x="7492608" y="211304"/>
            <a:ext cx="4968384" cy="3563493"/>
            <a:chOff x="2318305" y="609220"/>
            <a:chExt cx="7409089" cy="3688404"/>
          </a:xfrm>
        </p:grpSpPr>
        <p:grpSp>
          <p:nvGrpSpPr>
            <p:cNvPr id="24" name="Google Shape;1101;p41">
              <a:extLst>
                <a:ext uri="{FF2B5EF4-FFF2-40B4-BE49-F238E27FC236}">
                  <a16:creationId xmlns:a16="http://schemas.microsoft.com/office/drawing/2014/main" id="{894E4EED-6903-7A28-F3B1-1B03A5D68635}"/>
                </a:ext>
              </a:extLst>
            </p:cNvPr>
            <p:cNvGrpSpPr/>
            <p:nvPr/>
          </p:nvGrpSpPr>
          <p:grpSpPr>
            <a:xfrm rot="-2090361">
              <a:off x="2318305" y="609220"/>
              <a:ext cx="5465564" cy="3688404"/>
              <a:chOff x="6091995" y="1299325"/>
              <a:chExt cx="5093562" cy="3437360"/>
            </a:xfrm>
          </p:grpSpPr>
          <p:sp>
            <p:nvSpPr>
              <p:cNvPr id="33" name="Google Shape;1102;p41">
                <a:extLst>
                  <a:ext uri="{FF2B5EF4-FFF2-40B4-BE49-F238E27FC236}">
                    <a16:creationId xmlns:a16="http://schemas.microsoft.com/office/drawing/2014/main" id="{03B378A6-39B3-43E2-0E9D-5160C68EDBD9}"/>
                  </a:ext>
                </a:extLst>
              </p:cNvPr>
              <p:cNvSpPr/>
              <p:nvPr/>
            </p:nvSpPr>
            <p:spPr>
              <a:xfrm>
                <a:off x="6091995" y="1327876"/>
                <a:ext cx="5093562" cy="3408809"/>
              </a:xfrm>
              <a:custGeom>
                <a:avLst/>
                <a:gdLst/>
                <a:ahLst/>
                <a:cxnLst/>
                <a:rect l="l" t="t" r="r" b="b"/>
                <a:pathLst>
                  <a:path w="92161" h="92130" fill="none" extrusionOk="0">
                    <a:moveTo>
                      <a:pt x="44348" y="0"/>
                    </a:moveTo>
                    <a:cubicBezTo>
                      <a:pt x="62281" y="0"/>
                      <a:pt x="78421" y="10791"/>
                      <a:pt x="85291" y="27356"/>
                    </a:cubicBezTo>
                    <a:cubicBezTo>
                      <a:pt x="92160" y="43922"/>
                      <a:pt x="88361" y="62980"/>
                      <a:pt x="75686" y="75655"/>
                    </a:cubicBezTo>
                    <a:cubicBezTo>
                      <a:pt x="63011" y="88330"/>
                      <a:pt x="43953" y="92129"/>
                      <a:pt x="27387" y="85260"/>
                    </a:cubicBezTo>
                    <a:cubicBezTo>
                      <a:pt x="10821" y="78421"/>
                      <a:pt x="0" y="62250"/>
                      <a:pt x="0" y="44317"/>
                    </a:cubicBezTo>
                  </a:path>
                </a:pathLst>
              </a:custGeom>
              <a:noFill/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1103;p41">
                <a:extLst>
                  <a:ext uri="{FF2B5EF4-FFF2-40B4-BE49-F238E27FC236}">
                    <a16:creationId xmlns:a16="http://schemas.microsoft.com/office/drawing/2014/main" id="{F152DC75-B5C6-53CB-D605-454EFC18BB99}"/>
                  </a:ext>
                </a:extLst>
              </p:cNvPr>
              <p:cNvSpPr/>
              <p:nvPr/>
            </p:nvSpPr>
            <p:spPr>
              <a:xfrm>
                <a:off x="10531508" y="2031578"/>
                <a:ext cx="85800" cy="71222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2003" extrusionOk="0">
                    <a:moveTo>
                      <a:pt x="1290" y="0"/>
                    </a:moveTo>
                    <a:cubicBezTo>
                      <a:pt x="1112" y="0"/>
                      <a:pt x="930" y="51"/>
                      <a:pt x="760" y="164"/>
                    </a:cubicBezTo>
                    <a:cubicBezTo>
                      <a:pt x="0" y="650"/>
                      <a:pt x="213" y="1805"/>
                      <a:pt x="1094" y="1988"/>
                    </a:cubicBezTo>
                    <a:cubicBezTo>
                      <a:pt x="1151" y="1998"/>
                      <a:pt x="1209" y="2003"/>
                      <a:pt x="1265" y="2003"/>
                    </a:cubicBezTo>
                    <a:cubicBezTo>
                      <a:pt x="1721" y="2003"/>
                      <a:pt x="2141" y="1687"/>
                      <a:pt x="2249" y="1228"/>
                    </a:cubicBezTo>
                    <a:cubicBezTo>
                      <a:pt x="2413" y="551"/>
                      <a:pt x="1878" y="0"/>
                      <a:pt x="129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104;p41">
                <a:extLst>
                  <a:ext uri="{FF2B5EF4-FFF2-40B4-BE49-F238E27FC236}">
                    <a16:creationId xmlns:a16="http://schemas.microsoft.com/office/drawing/2014/main" id="{BCD189F8-CCB5-F35E-14FE-9437C3F472CC}"/>
                  </a:ext>
                </a:extLst>
              </p:cNvPr>
              <p:cNvSpPr/>
              <p:nvPr/>
            </p:nvSpPr>
            <p:spPr>
              <a:xfrm>
                <a:off x="8409670" y="1299325"/>
                <a:ext cx="84982" cy="70546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984" extrusionOk="0">
                    <a:moveTo>
                      <a:pt x="1275" y="1"/>
                    </a:moveTo>
                    <a:cubicBezTo>
                      <a:pt x="1094" y="1"/>
                      <a:pt x="907" y="51"/>
                      <a:pt x="730" y="165"/>
                    </a:cubicBezTo>
                    <a:cubicBezTo>
                      <a:pt x="0" y="651"/>
                      <a:pt x="213" y="1776"/>
                      <a:pt x="1094" y="1958"/>
                    </a:cubicBezTo>
                    <a:cubicBezTo>
                      <a:pt x="1166" y="1975"/>
                      <a:pt x="1237" y="1983"/>
                      <a:pt x="1308" y="1983"/>
                    </a:cubicBezTo>
                    <a:cubicBezTo>
                      <a:pt x="1747" y="1983"/>
                      <a:pt x="2145" y="1670"/>
                      <a:pt x="2249" y="1198"/>
                    </a:cubicBezTo>
                    <a:cubicBezTo>
                      <a:pt x="2389" y="546"/>
                      <a:pt x="1868" y="1"/>
                      <a:pt x="1275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105;p41">
                <a:extLst>
                  <a:ext uri="{FF2B5EF4-FFF2-40B4-BE49-F238E27FC236}">
                    <a16:creationId xmlns:a16="http://schemas.microsoft.com/office/drawing/2014/main" id="{3CB45E4D-0836-84F8-D724-4D0F74E39135}"/>
                  </a:ext>
                </a:extLst>
              </p:cNvPr>
              <p:cNvSpPr/>
              <p:nvPr/>
            </p:nvSpPr>
            <p:spPr>
              <a:xfrm>
                <a:off x="8397563" y="4566715"/>
                <a:ext cx="86049" cy="70511"/>
              </a:xfrm>
              <a:custGeom>
                <a:avLst/>
                <a:gdLst/>
                <a:ahLst/>
                <a:cxnLst/>
                <a:rect l="l" t="t" r="r" b="b"/>
                <a:pathLst>
                  <a:path w="2420" h="1983" extrusionOk="0">
                    <a:moveTo>
                      <a:pt x="1293" y="0"/>
                    </a:moveTo>
                    <a:cubicBezTo>
                      <a:pt x="1114" y="0"/>
                      <a:pt x="930" y="51"/>
                      <a:pt x="760" y="164"/>
                    </a:cubicBezTo>
                    <a:cubicBezTo>
                      <a:pt x="0" y="651"/>
                      <a:pt x="243" y="1775"/>
                      <a:pt x="1094" y="1958"/>
                    </a:cubicBezTo>
                    <a:cubicBezTo>
                      <a:pt x="1170" y="1974"/>
                      <a:pt x="1245" y="1983"/>
                      <a:pt x="1319" y="1983"/>
                    </a:cubicBezTo>
                    <a:cubicBezTo>
                      <a:pt x="1777" y="1983"/>
                      <a:pt x="2175" y="1669"/>
                      <a:pt x="2280" y="1198"/>
                    </a:cubicBezTo>
                    <a:cubicBezTo>
                      <a:pt x="2420" y="545"/>
                      <a:pt x="1881" y="0"/>
                      <a:pt x="129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106;p41">
                <a:extLst>
                  <a:ext uri="{FF2B5EF4-FFF2-40B4-BE49-F238E27FC236}">
                    <a16:creationId xmlns:a16="http://schemas.microsoft.com/office/drawing/2014/main" id="{D84F837E-44F2-68A3-F28E-4A0BEF116318}"/>
                  </a:ext>
                </a:extLst>
              </p:cNvPr>
              <p:cNvSpPr/>
              <p:nvPr/>
            </p:nvSpPr>
            <p:spPr>
              <a:xfrm>
                <a:off x="7153595" y="4290968"/>
                <a:ext cx="79755" cy="70511"/>
              </a:xfrm>
              <a:custGeom>
                <a:avLst/>
                <a:gdLst/>
                <a:ahLst/>
                <a:cxnLst/>
                <a:rect l="l" t="t" r="r" b="b"/>
                <a:pathLst>
                  <a:path w="2243" h="1983" extrusionOk="0">
                    <a:moveTo>
                      <a:pt x="1142" y="0"/>
                    </a:moveTo>
                    <a:cubicBezTo>
                      <a:pt x="744" y="0"/>
                      <a:pt x="355" y="224"/>
                      <a:pt x="227" y="725"/>
                    </a:cubicBezTo>
                    <a:cubicBezTo>
                      <a:pt x="1" y="1508"/>
                      <a:pt x="611" y="1982"/>
                      <a:pt x="1209" y="1982"/>
                    </a:cubicBezTo>
                    <a:cubicBezTo>
                      <a:pt x="1655" y="1982"/>
                      <a:pt x="2094" y="1718"/>
                      <a:pt x="2172" y="1120"/>
                    </a:cubicBezTo>
                    <a:cubicBezTo>
                      <a:pt x="2242" y="418"/>
                      <a:pt x="1684" y="0"/>
                      <a:pt x="114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1107;p41">
              <a:extLst>
                <a:ext uri="{FF2B5EF4-FFF2-40B4-BE49-F238E27FC236}">
                  <a16:creationId xmlns:a16="http://schemas.microsoft.com/office/drawing/2014/main" id="{DF303D1B-DB96-2664-436C-CC35255C5E85}"/>
                </a:ext>
              </a:extLst>
            </p:cNvPr>
            <p:cNvSpPr/>
            <p:nvPr/>
          </p:nvSpPr>
          <p:spPr>
            <a:xfrm>
              <a:off x="6615620" y="2219307"/>
              <a:ext cx="3111774" cy="762521"/>
            </a:xfrm>
            <a:custGeom>
              <a:avLst/>
              <a:gdLst/>
              <a:ahLst/>
              <a:cxnLst/>
              <a:rect l="l" t="t" r="r" b="b"/>
              <a:pathLst>
                <a:path w="81553" h="18785" fill="none" extrusionOk="0">
                  <a:moveTo>
                    <a:pt x="81553" y="18785"/>
                  </a:moveTo>
                  <a:lnTo>
                    <a:pt x="62768" y="0"/>
                  </a:lnTo>
                  <a:lnTo>
                    <a:pt x="47084" y="0"/>
                  </a:lnTo>
                  <a:lnTo>
                    <a:pt x="47084" y="10791"/>
                  </a:lnTo>
                  <a:lnTo>
                    <a:pt x="1" y="10791"/>
                  </a:lnTo>
                </a:path>
              </a:pathLst>
            </a:custGeom>
            <a:solidFill>
              <a:schemeClr val="dk1"/>
            </a:solidFill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08;p41">
              <a:extLst>
                <a:ext uri="{FF2B5EF4-FFF2-40B4-BE49-F238E27FC236}">
                  <a16:creationId xmlns:a16="http://schemas.microsoft.com/office/drawing/2014/main" id="{FC096E3B-EC59-1CB8-4956-A5A19554188C}"/>
                </a:ext>
              </a:extLst>
            </p:cNvPr>
            <p:cNvSpPr/>
            <p:nvPr/>
          </p:nvSpPr>
          <p:spPr>
            <a:xfrm>
              <a:off x="8125138" y="2550672"/>
              <a:ext cx="39607" cy="39607"/>
            </a:xfrm>
            <a:custGeom>
              <a:avLst/>
              <a:gdLst/>
              <a:ahLst/>
              <a:cxnLst/>
              <a:rect l="l" t="t" r="r" b="b"/>
              <a:pathLst>
                <a:path w="1217" h="1217" extrusionOk="0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09;p41">
              <a:extLst>
                <a:ext uri="{FF2B5EF4-FFF2-40B4-BE49-F238E27FC236}">
                  <a16:creationId xmlns:a16="http://schemas.microsoft.com/office/drawing/2014/main" id="{6D6417BB-EA0C-5384-0F73-1303E88B9372}"/>
                </a:ext>
              </a:extLst>
            </p:cNvPr>
            <p:cNvSpPr/>
            <p:nvPr/>
          </p:nvSpPr>
          <p:spPr>
            <a:xfrm>
              <a:off x="7917157" y="1815098"/>
              <a:ext cx="1022923" cy="1022889"/>
            </a:xfrm>
            <a:custGeom>
              <a:avLst/>
              <a:gdLst/>
              <a:ahLst/>
              <a:cxnLst/>
              <a:rect l="l" t="t" r="r" b="b"/>
              <a:pathLst>
                <a:path w="31431" h="31430" fill="none" extrusionOk="0">
                  <a:moveTo>
                    <a:pt x="21035" y="2949"/>
                  </a:moveTo>
                  <a:cubicBezTo>
                    <a:pt x="28087" y="5867"/>
                    <a:pt x="31430" y="13952"/>
                    <a:pt x="28512" y="21035"/>
                  </a:cubicBezTo>
                  <a:cubicBezTo>
                    <a:pt x="25594" y="28086"/>
                    <a:pt x="17509" y="31430"/>
                    <a:pt x="10427" y="28512"/>
                  </a:cubicBezTo>
                  <a:cubicBezTo>
                    <a:pt x="3375" y="25594"/>
                    <a:pt x="1" y="17478"/>
                    <a:pt x="2949" y="10426"/>
                  </a:cubicBezTo>
                  <a:cubicBezTo>
                    <a:pt x="5867" y="3375"/>
                    <a:pt x="13953" y="1"/>
                    <a:pt x="21035" y="2949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10;p41">
              <a:extLst>
                <a:ext uri="{FF2B5EF4-FFF2-40B4-BE49-F238E27FC236}">
                  <a16:creationId xmlns:a16="http://schemas.microsoft.com/office/drawing/2014/main" id="{563088ED-4C5B-77D3-243B-21C3FDD932B4}"/>
                </a:ext>
              </a:extLst>
            </p:cNvPr>
            <p:cNvSpPr/>
            <p:nvPr/>
          </p:nvSpPr>
          <p:spPr>
            <a:xfrm>
              <a:off x="8096960" y="2017947"/>
              <a:ext cx="570260" cy="402720"/>
            </a:xfrm>
            <a:custGeom>
              <a:avLst/>
              <a:gdLst/>
              <a:ahLst/>
              <a:cxnLst/>
              <a:rect l="l" t="t" r="r" b="b"/>
              <a:pathLst>
                <a:path w="10670" h="10670" fill="none" extrusionOk="0">
                  <a:moveTo>
                    <a:pt x="6110" y="10669"/>
                  </a:moveTo>
                  <a:cubicBezTo>
                    <a:pt x="2037" y="10669"/>
                    <a:pt x="0" y="5745"/>
                    <a:pt x="2858" y="2888"/>
                  </a:cubicBezTo>
                  <a:cubicBezTo>
                    <a:pt x="5745" y="0"/>
                    <a:pt x="10669" y="2037"/>
                    <a:pt x="10669" y="6110"/>
                  </a:cubicBezTo>
                  <a:cubicBezTo>
                    <a:pt x="10669" y="8633"/>
                    <a:pt x="8602" y="10669"/>
                    <a:pt x="6110" y="10669"/>
                  </a:cubicBezTo>
                  <a:close/>
                </a:path>
              </a:pathLst>
            </a:custGeom>
            <a:noFill/>
            <a:ln w="326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111;p41">
              <a:extLst>
                <a:ext uri="{FF2B5EF4-FFF2-40B4-BE49-F238E27FC236}">
                  <a16:creationId xmlns:a16="http://schemas.microsoft.com/office/drawing/2014/main" id="{82624DEC-F844-7C0C-062D-3517E6EFDC99}"/>
                </a:ext>
              </a:extLst>
            </p:cNvPr>
            <p:cNvSpPr/>
            <p:nvPr/>
          </p:nvSpPr>
          <p:spPr>
            <a:xfrm>
              <a:off x="6372255" y="2433266"/>
              <a:ext cx="449414" cy="416756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12;p41">
              <a:extLst>
                <a:ext uri="{FF2B5EF4-FFF2-40B4-BE49-F238E27FC236}">
                  <a16:creationId xmlns:a16="http://schemas.microsoft.com/office/drawing/2014/main" id="{6EEC81E1-93BC-48C8-B7C9-5CE321FC2F9C}"/>
                </a:ext>
              </a:extLst>
            </p:cNvPr>
            <p:cNvSpPr/>
            <p:nvPr/>
          </p:nvSpPr>
          <p:spPr>
            <a:xfrm>
              <a:off x="6479021" y="2474282"/>
              <a:ext cx="262184" cy="261173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14;p41">
              <a:extLst>
                <a:ext uri="{FF2B5EF4-FFF2-40B4-BE49-F238E27FC236}">
                  <a16:creationId xmlns:a16="http://schemas.microsoft.com/office/drawing/2014/main" id="{CBA28D45-350D-89FF-8490-AE36FC072544}"/>
                </a:ext>
              </a:extLst>
            </p:cNvPr>
            <p:cNvSpPr/>
            <p:nvPr/>
          </p:nvSpPr>
          <p:spPr>
            <a:xfrm>
              <a:off x="7346900" y="2600568"/>
              <a:ext cx="582685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1" name="Google Shape;2308;p52">
            <a:extLst>
              <a:ext uri="{FF2B5EF4-FFF2-40B4-BE49-F238E27FC236}">
                <a16:creationId xmlns:a16="http://schemas.microsoft.com/office/drawing/2014/main" id="{A52E499F-40D4-0167-8503-4E851665A843}"/>
              </a:ext>
            </a:extLst>
          </p:cNvPr>
          <p:cNvGrpSpPr/>
          <p:nvPr/>
        </p:nvGrpSpPr>
        <p:grpSpPr>
          <a:xfrm rot="5400000">
            <a:off x="6463144" y="3220073"/>
            <a:ext cx="5550208" cy="1174256"/>
            <a:chOff x="4783909" y="2518498"/>
            <a:chExt cx="3136841" cy="328444"/>
          </a:xfrm>
        </p:grpSpPr>
        <p:cxnSp>
          <p:nvCxnSpPr>
            <p:cNvPr id="42" name="Google Shape;2309;p52">
              <a:extLst>
                <a:ext uri="{FF2B5EF4-FFF2-40B4-BE49-F238E27FC236}">
                  <a16:creationId xmlns:a16="http://schemas.microsoft.com/office/drawing/2014/main" id="{04442AB8-435A-E546-6C9C-BE08E13E4FD0}"/>
                </a:ext>
              </a:extLst>
            </p:cNvPr>
            <p:cNvCxnSpPr/>
            <p:nvPr/>
          </p:nvCxnSpPr>
          <p:spPr>
            <a:xfrm rot="-5400000">
              <a:off x="6445200" y="1207175"/>
              <a:ext cx="2100" cy="2949000"/>
            </a:xfrm>
            <a:prstGeom prst="straightConnector1">
              <a:avLst/>
            </a:pr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3" name="Google Shape;2310;p52">
              <a:extLst>
                <a:ext uri="{FF2B5EF4-FFF2-40B4-BE49-F238E27FC236}">
                  <a16:creationId xmlns:a16="http://schemas.microsoft.com/office/drawing/2014/main" id="{BEB2E0FA-209D-CED5-462D-DB11F3B727C0}"/>
                </a:ext>
              </a:extLst>
            </p:cNvPr>
            <p:cNvSpPr/>
            <p:nvPr/>
          </p:nvSpPr>
          <p:spPr>
            <a:xfrm>
              <a:off x="4783909" y="2518498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311;p52">
              <a:extLst>
                <a:ext uri="{FF2B5EF4-FFF2-40B4-BE49-F238E27FC236}">
                  <a16:creationId xmlns:a16="http://schemas.microsoft.com/office/drawing/2014/main" id="{8328A54E-C25F-5773-99E3-D7630AC142F3}"/>
                </a:ext>
              </a:extLst>
            </p:cNvPr>
            <p:cNvSpPr/>
            <p:nvPr/>
          </p:nvSpPr>
          <p:spPr>
            <a:xfrm>
              <a:off x="4816551" y="2552117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312;p52">
              <a:extLst>
                <a:ext uri="{FF2B5EF4-FFF2-40B4-BE49-F238E27FC236}">
                  <a16:creationId xmlns:a16="http://schemas.microsoft.com/office/drawing/2014/main" id="{93022586-9A7F-DC58-F59A-20ABBF519DAA}"/>
                </a:ext>
              </a:extLst>
            </p:cNvPr>
            <p:cNvSpPr/>
            <p:nvPr/>
          </p:nvSpPr>
          <p:spPr>
            <a:xfrm>
              <a:off x="4853163" y="2588729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313;p52">
              <a:extLst>
                <a:ext uri="{FF2B5EF4-FFF2-40B4-BE49-F238E27FC236}">
                  <a16:creationId xmlns:a16="http://schemas.microsoft.com/office/drawing/2014/main" id="{7CCBCBEB-6E0F-B285-E38D-17D187317148}"/>
                </a:ext>
              </a:extLst>
            </p:cNvPr>
            <p:cNvSpPr/>
            <p:nvPr/>
          </p:nvSpPr>
          <p:spPr>
            <a:xfrm>
              <a:off x="5549842" y="2636211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702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418BC-5A78-9F57-296A-EF5F6442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218668"/>
            <a:ext cx="9144000" cy="1143000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tx2">
                    <a:lumMod val="50000"/>
                  </a:schemeClr>
                </a:solidFill>
                <a:latin typeface="Calibri corpo"/>
                <a:ea typeface="Calibri Light" panose="020F0302020204030204" pitchFamily="34" charset="0"/>
                <a:cs typeface="Calibri Light" panose="020F0302020204030204" pitchFamily="34" charset="0"/>
              </a:rPr>
              <a:t>Implementação do </a:t>
            </a:r>
            <a:r>
              <a:rPr lang="en-US" b="1" i="1" dirty="0" err="1">
                <a:solidFill>
                  <a:schemeClr val="tx2">
                    <a:lumMod val="50000"/>
                  </a:schemeClr>
                </a:solidFill>
                <a:latin typeface="Calibri corpo"/>
                <a:ea typeface="Calibri Light" panose="020F0302020204030204" pitchFamily="34" charset="0"/>
                <a:cs typeface="Calibri Light" panose="020F0302020204030204" pitchFamily="34" charset="0"/>
              </a:rPr>
              <a:t>Circuito</a:t>
            </a:r>
            <a:endParaRPr lang="pt-PT" b="1" i="1" dirty="0">
              <a:solidFill>
                <a:schemeClr val="tx2">
                  <a:lumMod val="50000"/>
                </a:schemeClr>
              </a:solidFill>
              <a:latin typeface="Calibri corpo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4" name="Google Shape;1208;p44">
            <a:extLst>
              <a:ext uri="{FF2B5EF4-FFF2-40B4-BE49-F238E27FC236}">
                <a16:creationId xmlns:a16="http://schemas.microsoft.com/office/drawing/2014/main" id="{5491EA68-CD1B-4D9D-41E6-92A9478AAFC7}"/>
              </a:ext>
            </a:extLst>
          </p:cNvPr>
          <p:cNvGrpSpPr/>
          <p:nvPr/>
        </p:nvGrpSpPr>
        <p:grpSpPr>
          <a:xfrm rot="-5400000">
            <a:off x="9915827" y="620708"/>
            <a:ext cx="2181861" cy="892523"/>
            <a:chOff x="6525475" y="148600"/>
            <a:chExt cx="2808780" cy="1148974"/>
          </a:xfrm>
          <a:solidFill>
            <a:schemeClr val="bg1">
              <a:lumMod val="75000"/>
            </a:schemeClr>
          </a:solidFill>
        </p:grpSpPr>
        <p:sp>
          <p:nvSpPr>
            <p:cNvPr id="5" name="Google Shape;1210;p44">
              <a:extLst>
                <a:ext uri="{FF2B5EF4-FFF2-40B4-BE49-F238E27FC236}">
                  <a16:creationId xmlns:a16="http://schemas.microsoft.com/office/drawing/2014/main" id="{E3C30B47-FE67-7126-A51E-C0A1779F1F19}"/>
                </a:ext>
              </a:extLst>
            </p:cNvPr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09;p44">
              <a:extLst>
                <a:ext uri="{FF2B5EF4-FFF2-40B4-BE49-F238E27FC236}">
                  <a16:creationId xmlns:a16="http://schemas.microsoft.com/office/drawing/2014/main" id="{B5D5E374-4A31-28BF-4595-DE4404935D19}"/>
                </a:ext>
              </a:extLst>
            </p:cNvPr>
            <p:cNvSpPr/>
            <p:nvPr/>
          </p:nvSpPr>
          <p:spPr>
            <a:xfrm>
              <a:off x="6629576" y="195699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208;p44">
            <a:extLst>
              <a:ext uri="{FF2B5EF4-FFF2-40B4-BE49-F238E27FC236}">
                <a16:creationId xmlns:a16="http://schemas.microsoft.com/office/drawing/2014/main" id="{FFC5776E-DED6-C678-0F0A-92DF16454369}"/>
              </a:ext>
            </a:extLst>
          </p:cNvPr>
          <p:cNvGrpSpPr/>
          <p:nvPr/>
        </p:nvGrpSpPr>
        <p:grpSpPr>
          <a:xfrm>
            <a:off x="10040599" y="753581"/>
            <a:ext cx="2181861" cy="892523"/>
            <a:chOff x="6525475" y="148600"/>
            <a:chExt cx="2808780" cy="1148974"/>
          </a:xfrm>
          <a:solidFill>
            <a:schemeClr val="bg1">
              <a:lumMod val="75000"/>
            </a:schemeClr>
          </a:solidFill>
        </p:grpSpPr>
        <p:sp>
          <p:nvSpPr>
            <p:cNvPr id="8" name="Google Shape;1210;p44">
              <a:extLst>
                <a:ext uri="{FF2B5EF4-FFF2-40B4-BE49-F238E27FC236}">
                  <a16:creationId xmlns:a16="http://schemas.microsoft.com/office/drawing/2014/main" id="{D9B72B6A-9702-6850-0974-FB41ABD3C368}"/>
                </a:ext>
              </a:extLst>
            </p:cNvPr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09;p44">
              <a:extLst>
                <a:ext uri="{FF2B5EF4-FFF2-40B4-BE49-F238E27FC236}">
                  <a16:creationId xmlns:a16="http://schemas.microsoft.com/office/drawing/2014/main" id="{B9C372CD-7AFB-D8C3-1AFC-0B89172F97DA}"/>
                </a:ext>
              </a:extLst>
            </p:cNvPr>
            <p:cNvSpPr/>
            <p:nvPr/>
          </p:nvSpPr>
          <p:spPr>
            <a:xfrm>
              <a:off x="6629576" y="195699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1208;p44">
            <a:extLst>
              <a:ext uri="{FF2B5EF4-FFF2-40B4-BE49-F238E27FC236}">
                <a16:creationId xmlns:a16="http://schemas.microsoft.com/office/drawing/2014/main" id="{7AB11D11-94FC-626C-15FA-5644499793E2}"/>
              </a:ext>
            </a:extLst>
          </p:cNvPr>
          <p:cNvGrpSpPr/>
          <p:nvPr/>
        </p:nvGrpSpPr>
        <p:grpSpPr>
          <a:xfrm rot="10800000">
            <a:off x="-1" y="4941168"/>
            <a:ext cx="6096000" cy="1656184"/>
            <a:chOff x="6525475" y="148600"/>
            <a:chExt cx="2808780" cy="1148974"/>
          </a:xfrm>
          <a:solidFill>
            <a:schemeClr val="bg1">
              <a:lumMod val="75000"/>
            </a:schemeClr>
          </a:solidFill>
        </p:grpSpPr>
        <p:sp>
          <p:nvSpPr>
            <p:cNvPr id="11" name="Google Shape;1210;p44">
              <a:extLst>
                <a:ext uri="{FF2B5EF4-FFF2-40B4-BE49-F238E27FC236}">
                  <a16:creationId xmlns:a16="http://schemas.microsoft.com/office/drawing/2014/main" id="{CE4781F0-637A-6A2E-D94C-E1248D30E1A3}"/>
                </a:ext>
              </a:extLst>
            </p:cNvPr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9;p44">
              <a:extLst>
                <a:ext uri="{FF2B5EF4-FFF2-40B4-BE49-F238E27FC236}">
                  <a16:creationId xmlns:a16="http://schemas.microsoft.com/office/drawing/2014/main" id="{8EE2927E-0621-BA7D-DBDC-6F1E891214D1}"/>
                </a:ext>
              </a:extLst>
            </p:cNvPr>
            <p:cNvSpPr/>
            <p:nvPr/>
          </p:nvSpPr>
          <p:spPr>
            <a:xfrm>
              <a:off x="6629576" y="195699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208;p44">
            <a:extLst>
              <a:ext uri="{FF2B5EF4-FFF2-40B4-BE49-F238E27FC236}">
                <a16:creationId xmlns:a16="http://schemas.microsoft.com/office/drawing/2014/main" id="{D474F5D5-1E5C-8661-480E-95ADDD387996}"/>
              </a:ext>
            </a:extLst>
          </p:cNvPr>
          <p:cNvGrpSpPr/>
          <p:nvPr/>
        </p:nvGrpSpPr>
        <p:grpSpPr>
          <a:xfrm rot="5400000">
            <a:off x="-1582809" y="4430442"/>
            <a:ext cx="4935834" cy="1492790"/>
            <a:chOff x="6525475" y="148600"/>
            <a:chExt cx="2808780" cy="1148974"/>
          </a:xfrm>
          <a:solidFill>
            <a:schemeClr val="bg1">
              <a:lumMod val="75000"/>
            </a:schemeClr>
          </a:solidFill>
        </p:grpSpPr>
        <p:sp>
          <p:nvSpPr>
            <p:cNvPr id="14" name="Google Shape;1210;p44">
              <a:extLst>
                <a:ext uri="{FF2B5EF4-FFF2-40B4-BE49-F238E27FC236}">
                  <a16:creationId xmlns:a16="http://schemas.microsoft.com/office/drawing/2014/main" id="{12441ED3-CD2D-49FD-DC8F-F5B226B4E138}"/>
                </a:ext>
              </a:extLst>
            </p:cNvPr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09;p44">
              <a:extLst>
                <a:ext uri="{FF2B5EF4-FFF2-40B4-BE49-F238E27FC236}">
                  <a16:creationId xmlns:a16="http://schemas.microsoft.com/office/drawing/2014/main" id="{C3D957B6-9A8D-B4AF-B568-E123F3CAE65F}"/>
                </a:ext>
              </a:extLst>
            </p:cNvPr>
            <p:cNvSpPr/>
            <p:nvPr/>
          </p:nvSpPr>
          <p:spPr>
            <a:xfrm>
              <a:off x="6629576" y="195699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grpFill/>
            <a:ln w="28575" cap="flat" cmpd="sng">
              <a:solidFill>
                <a:schemeClr val="bg2">
                  <a:lumMod val="9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Imagem 17" descr="Uma imagem com texto, diagrama, Engenharia eletrónica, captura de ecrã&#10;&#10;Descrição gerada automaticamente">
            <a:extLst>
              <a:ext uri="{FF2B5EF4-FFF2-40B4-BE49-F238E27FC236}">
                <a16:creationId xmlns:a16="http://schemas.microsoft.com/office/drawing/2014/main" id="{108BCF2D-4B60-E40B-8941-9CA7AEC26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094" y="1541932"/>
            <a:ext cx="6643180" cy="477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3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37174B6-8CA7-FB93-32CC-81ACB9B3A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8696" y="-83680"/>
            <a:ext cx="5472608" cy="340670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24E4785-3413-845C-6C59-957B4148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476672"/>
            <a:ext cx="3816424" cy="1143000"/>
          </a:xfrm>
        </p:spPr>
        <p:txBody>
          <a:bodyPr/>
          <a:lstStyle/>
          <a:p>
            <a:r>
              <a:rPr lang="en-US" b="1" i="1" dirty="0" err="1">
                <a:solidFill>
                  <a:schemeClr val="tx2">
                    <a:lumMod val="50000"/>
                  </a:schemeClr>
                </a:solidFill>
                <a:latin typeface="Calibri corpo"/>
              </a:rPr>
              <a:t>Protótipo</a:t>
            </a:r>
            <a:r>
              <a:rPr lang="en-US" b="1" i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 Final</a:t>
            </a:r>
            <a:endParaRPr lang="pt-PT" b="1" i="1" dirty="0">
              <a:solidFill>
                <a:schemeClr val="tx2">
                  <a:lumMod val="50000"/>
                </a:schemeClr>
              </a:solidFill>
              <a:latin typeface="Calibri corp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AD8975-D318-2D3E-754D-459B1FA1FBB0}"/>
              </a:ext>
            </a:extLst>
          </p:cNvPr>
          <p:cNvSpPr txBox="1"/>
          <p:nvPr/>
        </p:nvSpPr>
        <p:spPr>
          <a:xfrm>
            <a:off x="5735960" y="3244334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tx2">
                    <a:lumMod val="50000"/>
                  </a:schemeClr>
                </a:solidFill>
              </a:rPr>
              <a:t>Imagem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BC2C45-10E8-8044-8B98-5BB0F7CBC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660529" y="860673"/>
            <a:ext cx="4731990" cy="63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5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DBBF047-49B6-4EC5-8B79-C61BF805B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6688" y="-99392"/>
            <a:ext cx="12529392" cy="804286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i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Conclusão</a:t>
            </a:r>
          </a:p>
        </p:txBody>
      </p:sp>
      <p:sp>
        <p:nvSpPr>
          <p:cNvPr id="14" name="Marcador de Posição de Conteúdo 13"/>
          <p:cNvSpPr>
            <a:spLocks noGrp="1"/>
          </p:cNvSpPr>
          <p:nvPr>
            <p:ph idx="1"/>
          </p:nvPr>
        </p:nvSpPr>
        <p:spPr>
          <a:xfrm>
            <a:off x="1609382" y="1585454"/>
            <a:ext cx="8816909" cy="359187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Com este trabalho conseguimos:</a:t>
            </a:r>
          </a:p>
          <a:p>
            <a:pPr algn="just"/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 Adquirir conhecimento teórico;</a:t>
            </a:r>
          </a:p>
          <a:p>
            <a:pPr algn="just"/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 Interpretar e idealizar um projeto;</a:t>
            </a:r>
          </a:p>
          <a:p>
            <a:pPr algn="just"/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 Aprender linguagens de programação;</a:t>
            </a:r>
          </a:p>
          <a:p>
            <a:pPr algn="just"/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 Manusear o software </a:t>
            </a:r>
            <a:r>
              <a:rPr lang="pt-PT" sz="2400" b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STM32</a:t>
            </a: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;</a:t>
            </a:r>
          </a:p>
          <a:p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 Entender as características do microcontrolador, sensores e atuadores, bem como, as suas aplicações e o seu funcionamento.</a:t>
            </a:r>
          </a:p>
        </p:txBody>
      </p:sp>
      <p:grpSp>
        <p:nvGrpSpPr>
          <p:cNvPr id="3" name="Google Shape;10642;p69">
            <a:extLst>
              <a:ext uri="{FF2B5EF4-FFF2-40B4-BE49-F238E27FC236}">
                <a16:creationId xmlns:a16="http://schemas.microsoft.com/office/drawing/2014/main" id="{7187C9E2-497A-9022-4A1B-5C249BDA2C4F}"/>
              </a:ext>
            </a:extLst>
          </p:cNvPr>
          <p:cNvGrpSpPr/>
          <p:nvPr/>
        </p:nvGrpSpPr>
        <p:grpSpPr>
          <a:xfrm rot="18590692">
            <a:off x="9027384" y="1247005"/>
            <a:ext cx="1585114" cy="1595372"/>
            <a:chOff x="4206459" y="1191441"/>
            <a:chExt cx="712556" cy="785902"/>
          </a:xfrm>
        </p:grpSpPr>
        <p:sp>
          <p:nvSpPr>
            <p:cNvPr id="4" name="Google Shape;10643;p69">
              <a:extLst>
                <a:ext uri="{FF2B5EF4-FFF2-40B4-BE49-F238E27FC236}">
                  <a16:creationId xmlns:a16="http://schemas.microsoft.com/office/drawing/2014/main" id="{26C31AB7-44C4-3325-42CE-116D71B4C17C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44;p69">
              <a:extLst>
                <a:ext uri="{FF2B5EF4-FFF2-40B4-BE49-F238E27FC236}">
                  <a16:creationId xmlns:a16="http://schemas.microsoft.com/office/drawing/2014/main" id="{4284BA2A-2FDC-AF1A-A856-5EBC2DFC5BB1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45;p69">
              <a:extLst>
                <a:ext uri="{FF2B5EF4-FFF2-40B4-BE49-F238E27FC236}">
                  <a16:creationId xmlns:a16="http://schemas.microsoft.com/office/drawing/2014/main" id="{6A245C43-4D79-BED8-C0B7-3276D80006E4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46;p69">
              <a:extLst>
                <a:ext uri="{FF2B5EF4-FFF2-40B4-BE49-F238E27FC236}">
                  <a16:creationId xmlns:a16="http://schemas.microsoft.com/office/drawing/2014/main" id="{490C1433-3C54-819C-4221-804BC7AB5436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10647;p69">
              <a:extLst>
                <a:ext uri="{FF2B5EF4-FFF2-40B4-BE49-F238E27FC236}">
                  <a16:creationId xmlns:a16="http://schemas.microsoft.com/office/drawing/2014/main" id="{7E630233-081C-2557-D214-9F96E1DAA18A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40" name="Google Shape;10648;p69">
                <a:extLst>
                  <a:ext uri="{FF2B5EF4-FFF2-40B4-BE49-F238E27FC236}">
                    <a16:creationId xmlns:a16="http://schemas.microsoft.com/office/drawing/2014/main" id="{F8B7B956-C9D0-B52C-C5EC-8CF80B0840B1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649;p69">
                <a:extLst>
                  <a:ext uri="{FF2B5EF4-FFF2-40B4-BE49-F238E27FC236}">
                    <a16:creationId xmlns:a16="http://schemas.microsoft.com/office/drawing/2014/main" id="{08C2279D-4383-3BD6-9AA8-E857CADC032B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650;p69">
                <a:extLst>
                  <a:ext uri="{FF2B5EF4-FFF2-40B4-BE49-F238E27FC236}">
                    <a16:creationId xmlns:a16="http://schemas.microsoft.com/office/drawing/2014/main" id="{152EF991-1185-8216-DE89-C4DFB58318E4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0651;p69">
                <a:extLst>
                  <a:ext uri="{FF2B5EF4-FFF2-40B4-BE49-F238E27FC236}">
                    <a16:creationId xmlns:a16="http://schemas.microsoft.com/office/drawing/2014/main" id="{E7ECB796-4550-E643-53A9-25EE0EA5C7C4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0652;p69">
              <a:extLst>
                <a:ext uri="{FF2B5EF4-FFF2-40B4-BE49-F238E27FC236}">
                  <a16:creationId xmlns:a16="http://schemas.microsoft.com/office/drawing/2014/main" id="{6A11DC4C-6E79-4502-8D63-8553018D39D5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36" name="Google Shape;10653;p69">
                <a:extLst>
                  <a:ext uri="{FF2B5EF4-FFF2-40B4-BE49-F238E27FC236}">
                    <a16:creationId xmlns:a16="http://schemas.microsoft.com/office/drawing/2014/main" id="{728FE69E-7F0C-47E7-2B00-378821AD69E5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654;p69">
                <a:extLst>
                  <a:ext uri="{FF2B5EF4-FFF2-40B4-BE49-F238E27FC236}">
                    <a16:creationId xmlns:a16="http://schemas.microsoft.com/office/drawing/2014/main" id="{086F7D5B-A2F6-B4D6-6357-8BE780622BE3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655;p69">
                <a:extLst>
                  <a:ext uri="{FF2B5EF4-FFF2-40B4-BE49-F238E27FC236}">
                    <a16:creationId xmlns:a16="http://schemas.microsoft.com/office/drawing/2014/main" id="{A7E54BBA-F0BA-0D7A-0CC8-1FAF279C0B47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0656;p69">
                <a:extLst>
                  <a:ext uri="{FF2B5EF4-FFF2-40B4-BE49-F238E27FC236}">
                    <a16:creationId xmlns:a16="http://schemas.microsoft.com/office/drawing/2014/main" id="{0EC1D739-EEA9-EAC5-2120-15A8C98D202B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10657;p69">
              <a:extLst>
                <a:ext uri="{FF2B5EF4-FFF2-40B4-BE49-F238E27FC236}">
                  <a16:creationId xmlns:a16="http://schemas.microsoft.com/office/drawing/2014/main" id="{4321EB72-2CAB-C8D9-A590-81C90F9CF76D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32" name="Google Shape;10658;p69">
                <a:extLst>
                  <a:ext uri="{FF2B5EF4-FFF2-40B4-BE49-F238E27FC236}">
                    <a16:creationId xmlns:a16="http://schemas.microsoft.com/office/drawing/2014/main" id="{FD2B30DD-2942-C061-D6CF-D3EFCF26E847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659;p69">
                <a:extLst>
                  <a:ext uri="{FF2B5EF4-FFF2-40B4-BE49-F238E27FC236}">
                    <a16:creationId xmlns:a16="http://schemas.microsoft.com/office/drawing/2014/main" id="{45433938-CBD2-406B-2128-54A11ECAAAAE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660;p69">
                <a:extLst>
                  <a:ext uri="{FF2B5EF4-FFF2-40B4-BE49-F238E27FC236}">
                    <a16:creationId xmlns:a16="http://schemas.microsoft.com/office/drawing/2014/main" id="{D1A17DE7-7F74-74E9-C00B-9152C3282D1E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661;p69">
                <a:extLst>
                  <a:ext uri="{FF2B5EF4-FFF2-40B4-BE49-F238E27FC236}">
                    <a16:creationId xmlns:a16="http://schemas.microsoft.com/office/drawing/2014/main" id="{C83C446A-DE70-EBE6-A225-314E4041C67F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10662;p69">
              <a:extLst>
                <a:ext uri="{FF2B5EF4-FFF2-40B4-BE49-F238E27FC236}">
                  <a16:creationId xmlns:a16="http://schemas.microsoft.com/office/drawing/2014/main" id="{55FFADCB-DCDA-4D09-29E1-BA2AB92B9108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28" name="Google Shape;10663;p69">
                <a:extLst>
                  <a:ext uri="{FF2B5EF4-FFF2-40B4-BE49-F238E27FC236}">
                    <a16:creationId xmlns:a16="http://schemas.microsoft.com/office/drawing/2014/main" id="{BC9C9978-E916-3CF1-E6CC-D0731046061A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0664;p69">
                <a:extLst>
                  <a:ext uri="{FF2B5EF4-FFF2-40B4-BE49-F238E27FC236}">
                    <a16:creationId xmlns:a16="http://schemas.microsoft.com/office/drawing/2014/main" id="{C2BE9806-8DDC-9D9B-444E-38A206618BCF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665;p69">
                <a:extLst>
                  <a:ext uri="{FF2B5EF4-FFF2-40B4-BE49-F238E27FC236}">
                    <a16:creationId xmlns:a16="http://schemas.microsoft.com/office/drawing/2014/main" id="{F2F3A243-7C88-0018-AC44-9B7C38087A8E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0666;p69">
                <a:extLst>
                  <a:ext uri="{FF2B5EF4-FFF2-40B4-BE49-F238E27FC236}">
                    <a16:creationId xmlns:a16="http://schemas.microsoft.com/office/drawing/2014/main" id="{E14A8F81-8ED3-8C09-2F43-1A1BAF6F71BD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10667;p69">
              <a:extLst>
                <a:ext uri="{FF2B5EF4-FFF2-40B4-BE49-F238E27FC236}">
                  <a16:creationId xmlns:a16="http://schemas.microsoft.com/office/drawing/2014/main" id="{3F187CB7-074A-F3CC-4E78-5E311FD2A5E4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668;p69">
              <a:extLst>
                <a:ext uri="{FF2B5EF4-FFF2-40B4-BE49-F238E27FC236}">
                  <a16:creationId xmlns:a16="http://schemas.microsoft.com/office/drawing/2014/main" id="{AA803376-F3B8-B4AF-0FCD-B22C25CCD218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669;p69">
              <a:extLst>
                <a:ext uri="{FF2B5EF4-FFF2-40B4-BE49-F238E27FC236}">
                  <a16:creationId xmlns:a16="http://schemas.microsoft.com/office/drawing/2014/main" id="{9EC0E327-B641-06F7-A81B-A24AFCC13C1E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670;p69">
              <a:extLst>
                <a:ext uri="{FF2B5EF4-FFF2-40B4-BE49-F238E27FC236}">
                  <a16:creationId xmlns:a16="http://schemas.microsoft.com/office/drawing/2014/main" id="{83C022D3-D9F5-AF11-EEF7-695D11C59822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0671;p69">
              <a:extLst>
                <a:ext uri="{FF2B5EF4-FFF2-40B4-BE49-F238E27FC236}">
                  <a16:creationId xmlns:a16="http://schemas.microsoft.com/office/drawing/2014/main" id="{BAEC2BFF-3595-A6EC-937F-CAFC7E2FC688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24" name="Google Shape;10672;p69">
                <a:extLst>
                  <a:ext uri="{FF2B5EF4-FFF2-40B4-BE49-F238E27FC236}">
                    <a16:creationId xmlns:a16="http://schemas.microsoft.com/office/drawing/2014/main" id="{9F1EB2D8-9474-6E28-C4CD-26FE05486ED2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0673;p69">
                <a:extLst>
                  <a:ext uri="{FF2B5EF4-FFF2-40B4-BE49-F238E27FC236}">
                    <a16:creationId xmlns:a16="http://schemas.microsoft.com/office/drawing/2014/main" id="{54DD9862-C0C7-9E30-0603-C2439E0F3DC1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0674;p69">
                <a:extLst>
                  <a:ext uri="{FF2B5EF4-FFF2-40B4-BE49-F238E27FC236}">
                    <a16:creationId xmlns:a16="http://schemas.microsoft.com/office/drawing/2014/main" id="{80B74508-F396-DA18-78DE-492A29BC3FA0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0675;p69">
                <a:extLst>
                  <a:ext uri="{FF2B5EF4-FFF2-40B4-BE49-F238E27FC236}">
                    <a16:creationId xmlns:a16="http://schemas.microsoft.com/office/drawing/2014/main" id="{28F01FDD-4604-628F-487E-550DF0F06F04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0676;p69">
              <a:extLst>
                <a:ext uri="{FF2B5EF4-FFF2-40B4-BE49-F238E27FC236}">
                  <a16:creationId xmlns:a16="http://schemas.microsoft.com/office/drawing/2014/main" id="{4B15127D-E1E2-0E1C-437A-93C3050C43FB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20" name="Google Shape;10677;p69">
                <a:extLst>
                  <a:ext uri="{FF2B5EF4-FFF2-40B4-BE49-F238E27FC236}">
                    <a16:creationId xmlns:a16="http://schemas.microsoft.com/office/drawing/2014/main" id="{075883AF-DE31-135A-2F5A-A5E31F000902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0678;p69">
                <a:extLst>
                  <a:ext uri="{FF2B5EF4-FFF2-40B4-BE49-F238E27FC236}">
                    <a16:creationId xmlns:a16="http://schemas.microsoft.com/office/drawing/2014/main" id="{83CACE9E-2A1A-1296-DE8E-19BD707EEEDA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0679;p69">
                <a:extLst>
                  <a:ext uri="{FF2B5EF4-FFF2-40B4-BE49-F238E27FC236}">
                    <a16:creationId xmlns:a16="http://schemas.microsoft.com/office/drawing/2014/main" id="{AA71D9EF-AFC1-121B-EEB3-516EE4BCB0C7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0680;p69">
                <a:extLst>
                  <a:ext uri="{FF2B5EF4-FFF2-40B4-BE49-F238E27FC236}">
                    <a16:creationId xmlns:a16="http://schemas.microsoft.com/office/drawing/2014/main" id="{DA50ED30-C71B-62A4-92C0-286F6A1EF15E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10642;p69">
            <a:extLst>
              <a:ext uri="{FF2B5EF4-FFF2-40B4-BE49-F238E27FC236}">
                <a16:creationId xmlns:a16="http://schemas.microsoft.com/office/drawing/2014/main" id="{BFB67463-6E69-ACCB-BB19-8C64CDB482CC}"/>
              </a:ext>
            </a:extLst>
          </p:cNvPr>
          <p:cNvGrpSpPr/>
          <p:nvPr/>
        </p:nvGrpSpPr>
        <p:grpSpPr>
          <a:xfrm rot="20312677">
            <a:off x="10182953" y="2417696"/>
            <a:ext cx="1126388" cy="1416130"/>
            <a:chOff x="4250519" y="1191441"/>
            <a:chExt cx="668496" cy="785902"/>
          </a:xfrm>
        </p:grpSpPr>
        <p:sp>
          <p:nvSpPr>
            <p:cNvPr id="45" name="Google Shape;10643;p69">
              <a:extLst>
                <a:ext uri="{FF2B5EF4-FFF2-40B4-BE49-F238E27FC236}">
                  <a16:creationId xmlns:a16="http://schemas.microsoft.com/office/drawing/2014/main" id="{493ED40A-4B70-676E-F654-F257A7BC98F5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44;p69">
              <a:extLst>
                <a:ext uri="{FF2B5EF4-FFF2-40B4-BE49-F238E27FC236}">
                  <a16:creationId xmlns:a16="http://schemas.microsoft.com/office/drawing/2014/main" id="{156461E2-AFE7-50EB-CA1E-D8C836A316A0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646;p69">
              <a:extLst>
                <a:ext uri="{FF2B5EF4-FFF2-40B4-BE49-F238E27FC236}">
                  <a16:creationId xmlns:a16="http://schemas.microsoft.com/office/drawing/2014/main" id="{6E2509B1-4BC9-3AB8-27BC-483A7BEBCDFC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" name="Google Shape;10647;p69">
              <a:extLst>
                <a:ext uri="{FF2B5EF4-FFF2-40B4-BE49-F238E27FC236}">
                  <a16:creationId xmlns:a16="http://schemas.microsoft.com/office/drawing/2014/main" id="{A6CE9662-1C2B-DEB0-6085-6911B6886469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68" name="Google Shape;10648;p69">
                <a:extLst>
                  <a:ext uri="{FF2B5EF4-FFF2-40B4-BE49-F238E27FC236}">
                    <a16:creationId xmlns:a16="http://schemas.microsoft.com/office/drawing/2014/main" id="{C7814F15-A453-CF0E-583A-527632E6D1BF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649;p69">
                <a:extLst>
                  <a:ext uri="{FF2B5EF4-FFF2-40B4-BE49-F238E27FC236}">
                    <a16:creationId xmlns:a16="http://schemas.microsoft.com/office/drawing/2014/main" id="{4A8072B1-1063-1B84-C8E9-B651EC97B361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650;p69">
                <a:extLst>
                  <a:ext uri="{FF2B5EF4-FFF2-40B4-BE49-F238E27FC236}">
                    <a16:creationId xmlns:a16="http://schemas.microsoft.com/office/drawing/2014/main" id="{0971A594-918B-9084-F8C6-BB4C1569628C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0651;p69">
                <a:extLst>
                  <a:ext uri="{FF2B5EF4-FFF2-40B4-BE49-F238E27FC236}">
                    <a16:creationId xmlns:a16="http://schemas.microsoft.com/office/drawing/2014/main" id="{26C52928-4785-EB2E-0FD1-CED636897F9E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10652;p69">
              <a:extLst>
                <a:ext uri="{FF2B5EF4-FFF2-40B4-BE49-F238E27FC236}">
                  <a16:creationId xmlns:a16="http://schemas.microsoft.com/office/drawing/2014/main" id="{45040524-3FD1-3867-3A44-A2EE0372CB71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64" name="Google Shape;10653;p69">
                <a:extLst>
                  <a:ext uri="{FF2B5EF4-FFF2-40B4-BE49-F238E27FC236}">
                    <a16:creationId xmlns:a16="http://schemas.microsoft.com/office/drawing/2014/main" id="{356476B3-0E0A-996B-2797-BC6F99098133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0654;p69">
                <a:extLst>
                  <a:ext uri="{FF2B5EF4-FFF2-40B4-BE49-F238E27FC236}">
                    <a16:creationId xmlns:a16="http://schemas.microsoft.com/office/drawing/2014/main" id="{CCB2A958-1140-5419-7C48-928A3B2797E5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0655;p69">
                <a:extLst>
                  <a:ext uri="{FF2B5EF4-FFF2-40B4-BE49-F238E27FC236}">
                    <a16:creationId xmlns:a16="http://schemas.microsoft.com/office/drawing/2014/main" id="{F7C8C6EB-2D35-3752-E992-F3842766239E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656;p69">
                <a:extLst>
                  <a:ext uri="{FF2B5EF4-FFF2-40B4-BE49-F238E27FC236}">
                    <a16:creationId xmlns:a16="http://schemas.microsoft.com/office/drawing/2014/main" id="{A5540C98-4D3B-54DA-3EEB-CB07A57564D8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" name="Google Shape;10667;p69">
              <a:extLst>
                <a:ext uri="{FF2B5EF4-FFF2-40B4-BE49-F238E27FC236}">
                  <a16:creationId xmlns:a16="http://schemas.microsoft.com/office/drawing/2014/main" id="{C55A75A9-4C3F-DBFA-0E40-6EC3D10656D5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668;p69">
              <a:extLst>
                <a:ext uri="{FF2B5EF4-FFF2-40B4-BE49-F238E27FC236}">
                  <a16:creationId xmlns:a16="http://schemas.microsoft.com/office/drawing/2014/main" id="{EDD7A3EA-0FC5-B725-FFA1-37CF494E5C64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669;p69">
              <a:extLst>
                <a:ext uri="{FF2B5EF4-FFF2-40B4-BE49-F238E27FC236}">
                  <a16:creationId xmlns:a16="http://schemas.microsoft.com/office/drawing/2014/main" id="{EE1EFD99-F61D-D0CF-659A-52651E49B65A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670;p69">
              <a:extLst>
                <a:ext uri="{FF2B5EF4-FFF2-40B4-BE49-F238E27FC236}">
                  <a16:creationId xmlns:a16="http://schemas.microsoft.com/office/drawing/2014/main" id="{62DDE4D8-0B6A-414F-E249-2865746F8E80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" name="Google Shape;10671;p69">
              <a:extLst>
                <a:ext uri="{FF2B5EF4-FFF2-40B4-BE49-F238E27FC236}">
                  <a16:creationId xmlns:a16="http://schemas.microsoft.com/office/drawing/2014/main" id="{2BBAFE62-32D5-B655-185A-4309E8CA0E04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60" name="Google Shape;10672;p69">
                <a:extLst>
                  <a:ext uri="{FF2B5EF4-FFF2-40B4-BE49-F238E27FC236}">
                    <a16:creationId xmlns:a16="http://schemas.microsoft.com/office/drawing/2014/main" id="{797D3253-7525-1F4E-2023-E9670A6135C0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673;p69">
                <a:extLst>
                  <a:ext uri="{FF2B5EF4-FFF2-40B4-BE49-F238E27FC236}">
                    <a16:creationId xmlns:a16="http://schemas.microsoft.com/office/drawing/2014/main" id="{0579E22C-DBD6-2947-0B9B-C84F9D7ECA44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674;p69">
                <a:extLst>
                  <a:ext uri="{FF2B5EF4-FFF2-40B4-BE49-F238E27FC236}">
                    <a16:creationId xmlns:a16="http://schemas.microsoft.com/office/drawing/2014/main" id="{FB1C8E8F-0D61-E1A3-DA70-5E6E87D4B441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675;p69">
                <a:extLst>
                  <a:ext uri="{FF2B5EF4-FFF2-40B4-BE49-F238E27FC236}">
                    <a16:creationId xmlns:a16="http://schemas.microsoft.com/office/drawing/2014/main" id="{080A176F-3FAB-8A09-C6B8-94377CDC91F9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10676;p69">
              <a:extLst>
                <a:ext uri="{FF2B5EF4-FFF2-40B4-BE49-F238E27FC236}">
                  <a16:creationId xmlns:a16="http://schemas.microsoft.com/office/drawing/2014/main" id="{7DFB23BB-18DF-4F60-A543-DA5FA50A9D4D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6" name="Google Shape;10677;p69">
                <a:extLst>
                  <a:ext uri="{FF2B5EF4-FFF2-40B4-BE49-F238E27FC236}">
                    <a16:creationId xmlns:a16="http://schemas.microsoft.com/office/drawing/2014/main" id="{F9D92B60-AD36-5F01-76BF-ACD09A5A1EDA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678;p69">
                <a:extLst>
                  <a:ext uri="{FF2B5EF4-FFF2-40B4-BE49-F238E27FC236}">
                    <a16:creationId xmlns:a16="http://schemas.microsoft.com/office/drawing/2014/main" id="{CD2C6C61-9073-E9AC-412A-C593720C9D62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0679;p69">
                <a:extLst>
                  <a:ext uri="{FF2B5EF4-FFF2-40B4-BE49-F238E27FC236}">
                    <a16:creationId xmlns:a16="http://schemas.microsoft.com/office/drawing/2014/main" id="{170CAE8D-DAEE-A669-457A-BF179EB2CC1A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680;p69">
                <a:extLst>
                  <a:ext uri="{FF2B5EF4-FFF2-40B4-BE49-F238E27FC236}">
                    <a16:creationId xmlns:a16="http://schemas.microsoft.com/office/drawing/2014/main" id="{550AA688-3239-29BA-2911-BCFE1C8CFCA0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E6F49-26DC-FED7-F8B5-449CC38BF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8575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pt-PT" sz="3600" b="1" i="1" dirty="0">
                <a:solidFill>
                  <a:schemeClr val="tx2">
                    <a:lumMod val="50000"/>
                  </a:schemeClr>
                </a:solidFill>
                <a:latin typeface="Calibri corpo"/>
              </a:rPr>
              <a:t>Obrigado!</a:t>
            </a:r>
          </a:p>
        </p:txBody>
      </p:sp>
      <p:grpSp>
        <p:nvGrpSpPr>
          <p:cNvPr id="4" name="Google Shape;1096;p41">
            <a:extLst>
              <a:ext uri="{FF2B5EF4-FFF2-40B4-BE49-F238E27FC236}">
                <a16:creationId xmlns:a16="http://schemas.microsoft.com/office/drawing/2014/main" id="{62724B63-EBBC-FED4-5176-061605430A86}"/>
              </a:ext>
            </a:extLst>
          </p:cNvPr>
          <p:cNvGrpSpPr/>
          <p:nvPr/>
        </p:nvGrpSpPr>
        <p:grpSpPr>
          <a:xfrm>
            <a:off x="4446841" y="764704"/>
            <a:ext cx="7761424" cy="5639132"/>
            <a:chOff x="2300427" y="112222"/>
            <a:chExt cx="6969336" cy="4919052"/>
          </a:xfrm>
        </p:grpSpPr>
        <p:grpSp>
          <p:nvGrpSpPr>
            <p:cNvPr id="5" name="Google Shape;1097;p41">
              <a:extLst>
                <a:ext uri="{FF2B5EF4-FFF2-40B4-BE49-F238E27FC236}">
                  <a16:creationId xmlns:a16="http://schemas.microsoft.com/office/drawing/2014/main" id="{753B0674-D801-3EF0-34EA-3239668FB47C}"/>
                </a:ext>
              </a:extLst>
            </p:cNvPr>
            <p:cNvGrpSpPr/>
            <p:nvPr/>
          </p:nvGrpSpPr>
          <p:grpSpPr>
            <a:xfrm rot="-2700000" flipH="1">
              <a:off x="3277565" y="987828"/>
              <a:ext cx="3211454" cy="3167835"/>
              <a:chOff x="2632375" y="3610525"/>
              <a:chExt cx="1063875" cy="1049425"/>
            </a:xfrm>
          </p:grpSpPr>
          <p:sp>
            <p:nvSpPr>
              <p:cNvPr id="20" name="Google Shape;1098;p41">
                <a:extLst>
                  <a:ext uri="{FF2B5EF4-FFF2-40B4-BE49-F238E27FC236}">
                    <a16:creationId xmlns:a16="http://schemas.microsoft.com/office/drawing/2014/main" id="{D3342CE3-F284-E604-C19F-B28366FBB6A2}"/>
                  </a:ext>
                </a:extLst>
              </p:cNvPr>
              <p:cNvSpPr/>
              <p:nvPr/>
            </p:nvSpPr>
            <p:spPr>
              <a:xfrm>
                <a:off x="3678750" y="4093825"/>
                <a:ext cx="17500" cy="12995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5198" fill="none" extrusionOk="0">
                    <a:moveTo>
                      <a:pt x="699" y="0"/>
                    </a:moveTo>
                    <a:cubicBezTo>
                      <a:pt x="699" y="1763"/>
                      <a:pt x="456" y="3496"/>
                      <a:pt x="0" y="5198"/>
                    </a:cubicBezTo>
                  </a:path>
                </a:pathLst>
              </a:custGeom>
              <a:solidFill>
                <a:schemeClr val="dk1"/>
              </a:solidFill>
              <a:ln w="123100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099;p41">
                <a:extLst>
                  <a:ext uri="{FF2B5EF4-FFF2-40B4-BE49-F238E27FC236}">
                    <a16:creationId xmlns:a16="http://schemas.microsoft.com/office/drawing/2014/main" id="{23B0C0ED-07C6-3B99-7EE3-785EF87997B3}"/>
                  </a:ext>
                </a:extLst>
              </p:cNvPr>
              <p:cNvSpPr/>
              <p:nvPr/>
            </p:nvSpPr>
            <p:spPr>
              <a:xfrm>
                <a:off x="2632375" y="3649275"/>
                <a:ext cx="997000" cy="1010675"/>
              </a:xfrm>
              <a:custGeom>
                <a:avLst/>
                <a:gdLst/>
                <a:ahLst/>
                <a:cxnLst/>
                <a:rect l="l" t="t" r="r" b="b"/>
                <a:pathLst>
                  <a:path w="39880" h="40427" fill="none" extrusionOk="0">
                    <a:moveTo>
                      <a:pt x="39880" y="27600"/>
                    </a:moveTo>
                    <a:cubicBezTo>
                      <a:pt x="33193" y="38937"/>
                      <a:pt x="17387" y="40427"/>
                      <a:pt x="8694" y="30548"/>
                    </a:cubicBezTo>
                    <a:cubicBezTo>
                      <a:pt x="0" y="20639"/>
                      <a:pt x="3526" y="5137"/>
                      <a:pt x="15654" y="1"/>
                    </a:cubicBezTo>
                  </a:path>
                </a:pathLst>
              </a:custGeom>
              <a:solidFill>
                <a:schemeClr val="dk1"/>
              </a:solidFill>
              <a:ln w="123100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00;p41">
                <a:extLst>
                  <a:ext uri="{FF2B5EF4-FFF2-40B4-BE49-F238E27FC236}">
                    <a16:creationId xmlns:a16="http://schemas.microsoft.com/office/drawing/2014/main" id="{6F771441-B8FE-25F9-4855-3AD4509A82AA}"/>
                  </a:ext>
                </a:extLst>
              </p:cNvPr>
              <p:cNvSpPr/>
              <p:nvPr/>
            </p:nvSpPr>
            <p:spPr>
              <a:xfrm>
                <a:off x="3083000" y="3610525"/>
                <a:ext cx="129950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5198" h="700" fill="none" extrusionOk="0">
                    <a:moveTo>
                      <a:pt x="0" y="700"/>
                    </a:moveTo>
                    <a:cubicBezTo>
                      <a:pt x="1702" y="244"/>
                      <a:pt x="3435" y="0"/>
                      <a:pt x="5198" y="0"/>
                    </a:cubicBezTo>
                  </a:path>
                </a:pathLst>
              </a:custGeom>
              <a:solidFill>
                <a:schemeClr val="dk1"/>
              </a:solidFill>
              <a:ln w="123100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1101;p41">
              <a:extLst>
                <a:ext uri="{FF2B5EF4-FFF2-40B4-BE49-F238E27FC236}">
                  <a16:creationId xmlns:a16="http://schemas.microsoft.com/office/drawing/2014/main" id="{EB6B0954-73FC-7457-807E-6E1834D329A3}"/>
                </a:ext>
              </a:extLst>
            </p:cNvPr>
            <p:cNvGrpSpPr/>
            <p:nvPr/>
          </p:nvGrpSpPr>
          <p:grpSpPr>
            <a:xfrm rot="-2090361">
              <a:off x="2998105" y="798847"/>
              <a:ext cx="3516348" cy="3545802"/>
              <a:chOff x="6711775" y="1299325"/>
              <a:chExt cx="3277015" cy="3304464"/>
            </a:xfrm>
          </p:grpSpPr>
          <p:sp>
            <p:nvSpPr>
              <p:cNvPr id="15" name="Google Shape;1102;p41">
                <a:extLst>
                  <a:ext uri="{FF2B5EF4-FFF2-40B4-BE49-F238E27FC236}">
                    <a16:creationId xmlns:a16="http://schemas.microsoft.com/office/drawing/2014/main" id="{71D4B223-D24F-8CAE-6A8E-AC06F03D32D3}"/>
                  </a:ext>
                </a:extLst>
              </p:cNvPr>
              <p:cNvSpPr/>
              <p:nvPr/>
            </p:nvSpPr>
            <p:spPr>
              <a:xfrm>
                <a:off x="6711775" y="1327877"/>
                <a:ext cx="3277015" cy="3275912"/>
              </a:xfrm>
              <a:custGeom>
                <a:avLst/>
                <a:gdLst/>
                <a:ahLst/>
                <a:cxnLst/>
                <a:rect l="l" t="t" r="r" b="b"/>
                <a:pathLst>
                  <a:path w="92161" h="92130" fill="none" extrusionOk="0">
                    <a:moveTo>
                      <a:pt x="44348" y="0"/>
                    </a:moveTo>
                    <a:cubicBezTo>
                      <a:pt x="62281" y="0"/>
                      <a:pt x="78421" y="10791"/>
                      <a:pt x="85291" y="27356"/>
                    </a:cubicBezTo>
                    <a:cubicBezTo>
                      <a:pt x="92160" y="43922"/>
                      <a:pt x="88361" y="62980"/>
                      <a:pt x="75686" y="75655"/>
                    </a:cubicBezTo>
                    <a:cubicBezTo>
                      <a:pt x="63011" y="88330"/>
                      <a:pt x="43953" y="92129"/>
                      <a:pt x="27387" y="85260"/>
                    </a:cubicBezTo>
                    <a:cubicBezTo>
                      <a:pt x="10821" y="78421"/>
                      <a:pt x="0" y="62250"/>
                      <a:pt x="0" y="44317"/>
                    </a:cubicBezTo>
                  </a:path>
                </a:pathLst>
              </a:custGeom>
              <a:noFill/>
              <a:ln w="28575" cap="flat" cmpd="sng">
                <a:solidFill>
                  <a:schemeClr val="tx2">
                    <a:lumMod val="50000"/>
                  </a:schemeClr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103;p41">
                <a:extLst>
                  <a:ext uri="{FF2B5EF4-FFF2-40B4-BE49-F238E27FC236}">
                    <a16:creationId xmlns:a16="http://schemas.microsoft.com/office/drawing/2014/main" id="{AB52112D-B39B-9337-19ED-952CE2F89C10}"/>
                  </a:ext>
                </a:extLst>
              </p:cNvPr>
              <p:cNvSpPr/>
              <p:nvPr/>
            </p:nvSpPr>
            <p:spPr>
              <a:xfrm>
                <a:off x="9627695" y="2121819"/>
                <a:ext cx="85800" cy="71222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2003" extrusionOk="0">
                    <a:moveTo>
                      <a:pt x="1290" y="0"/>
                    </a:moveTo>
                    <a:cubicBezTo>
                      <a:pt x="1112" y="0"/>
                      <a:pt x="930" y="51"/>
                      <a:pt x="760" y="164"/>
                    </a:cubicBezTo>
                    <a:cubicBezTo>
                      <a:pt x="0" y="650"/>
                      <a:pt x="213" y="1805"/>
                      <a:pt x="1094" y="1988"/>
                    </a:cubicBezTo>
                    <a:cubicBezTo>
                      <a:pt x="1151" y="1998"/>
                      <a:pt x="1209" y="2003"/>
                      <a:pt x="1265" y="2003"/>
                    </a:cubicBezTo>
                    <a:cubicBezTo>
                      <a:pt x="1721" y="2003"/>
                      <a:pt x="2141" y="1687"/>
                      <a:pt x="2249" y="1228"/>
                    </a:cubicBezTo>
                    <a:cubicBezTo>
                      <a:pt x="2413" y="551"/>
                      <a:pt x="1878" y="0"/>
                      <a:pt x="129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104;p41">
                <a:extLst>
                  <a:ext uri="{FF2B5EF4-FFF2-40B4-BE49-F238E27FC236}">
                    <a16:creationId xmlns:a16="http://schemas.microsoft.com/office/drawing/2014/main" id="{61298816-E538-CF90-CC64-BEA276883ED3}"/>
                  </a:ext>
                </a:extLst>
              </p:cNvPr>
              <p:cNvSpPr/>
              <p:nvPr/>
            </p:nvSpPr>
            <p:spPr>
              <a:xfrm>
                <a:off x="8409670" y="1299325"/>
                <a:ext cx="84982" cy="70546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984" extrusionOk="0">
                    <a:moveTo>
                      <a:pt x="1275" y="1"/>
                    </a:moveTo>
                    <a:cubicBezTo>
                      <a:pt x="1094" y="1"/>
                      <a:pt x="907" y="51"/>
                      <a:pt x="730" y="165"/>
                    </a:cubicBezTo>
                    <a:cubicBezTo>
                      <a:pt x="0" y="651"/>
                      <a:pt x="213" y="1776"/>
                      <a:pt x="1094" y="1958"/>
                    </a:cubicBezTo>
                    <a:cubicBezTo>
                      <a:pt x="1166" y="1975"/>
                      <a:pt x="1237" y="1983"/>
                      <a:pt x="1308" y="1983"/>
                    </a:cubicBezTo>
                    <a:cubicBezTo>
                      <a:pt x="1747" y="1983"/>
                      <a:pt x="2145" y="1670"/>
                      <a:pt x="2249" y="1198"/>
                    </a:cubicBezTo>
                    <a:cubicBezTo>
                      <a:pt x="2389" y="546"/>
                      <a:pt x="1868" y="1"/>
                      <a:pt x="1275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05;p41">
                <a:extLst>
                  <a:ext uri="{FF2B5EF4-FFF2-40B4-BE49-F238E27FC236}">
                    <a16:creationId xmlns:a16="http://schemas.microsoft.com/office/drawing/2014/main" id="{9AFF12ED-582B-4214-6B6A-EE9DC277CC2B}"/>
                  </a:ext>
                </a:extLst>
              </p:cNvPr>
              <p:cNvSpPr/>
              <p:nvPr/>
            </p:nvSpPr>
            <p:spPr>
              <a:xfrm>
                <a:off x="8374007" y="4442202"/>
                <a:ext cx="86049" cy="70511"/>
              </a:xfrm>
              <a:custGeom>
                <a:avLst/>
                <a:gdLst/>
                <a:ahLst/>
                <a:cxnLst/>
                <a:rect l="l" t="t" r="r" b="b"/>
                <a:pathLst>
                  <a:path w="2420" h="1983" extrusionOk="0">
                    <a:moveTo>
                      <a:pt x="1293" y="0"/>
                    </a:moveTo>
                    <a:cubicBezTo>
                      <a:pt x="1114" y="0"/>
                      <a:pt x="930" y="51"/>
                      <a:pt x="760" y="164"/>
                    </a:cubicBezTo>
                    <a:cubicBezTo>
                      <a:pt x="0" y="651"/>
                      <a:pt x="243" y="1775"/>
                      <a:pt x="1094" y="1958"/>
                    </a:cubicBezTo>
                    <a:cubicBezTo>
                      <a:pt x="1170" y="1974"/>
                      <a:pt x="1245" y="1983"/>
                      <a:pt x="1319" y="1983"/>
                    </a:cubicBezTo>
                    <a:cubicBezTo>
                      <a:pt x="1777" y="1983"/>
                      <a:pt x="2175" y="1669"/>
                      <a:pt x="2280" y="1198"/>
                    </a:cubicBezTo>
                    <a:cubicBezTo>
                      <a:pt x="2420" y="545"/>
                      <a:pt x="1881" y="0"/>
                      <a:pt x="129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106;p41">
                <a:extLst>
                  <a:ext uri="{FF2B5EF4-FFF2-40B4-BE49-F238E27FC236}">
                    <a16:creationId xmlns:a16="http://schemas.microsoft.com/office/drawing/2014/main" id="{8EB96D6A-A103-8098-E382-41463A330E05}"/>
                  </a:ext>
                </a:extLst>
              </p:cNvPr>
              <p:cNvSpPr/>
              <p:nvPr/>
            </p:nvSpPr>
            <p:spPr>
              <a:xfrm>
                <a:off x="7136035" y="3984554"/>
                <a:ext cx="79755" cy="70511"/>
              </a:xfrm>
              <a:custGeom>
                <a:avLst/>
                <a:gdLst/>
                <a:ahLst/>
                <a:cxnLst/>
                <a:rect l="l" t="t" r="r" b="b"/>
                <a:pathLst>
                  <a:path w="2243" h="1983" extrusionOk="0">
                    <a:moveTo>
                      <a:pt x="1142" y="0"/>
                    </a:moveTo>
                    <a:cubicBezTo>
                      <a:pt x="744" y="0"/>
                      <a:pt x="355" y="224"/>
                      <a:pt x="227" y="725"/>
                    </a:cubicBezTo>
                    <a:cubicBezTo>
                      <a:pt x="1" y="1508"/>
                      <a:pt x="611" y="1982"/>
                      <a:pt x="1209" y="1982"/>
                    </a:cubicBezTo>
                    <a:cubicBezTo>
                      <a:pt x="1655" y="1982"/>
                      <a:pt x="2094" y="1718"/>
                      <a:pt x="2172" y="1120"/>
                    </a:cubicBezTo>
                    <a:cubicBezTo>
                      <a:pt x="2242" y="418"/>
                      <a:pt x="1684" y="0"/>
                      <a:pt x="114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1107;p41">
              <a:extLst>
                <a:ext uri="{FF2B5EF4-FFF2-40B4-BE49-F238E27FC236}">
                  <a16:creationId xmlns:a16="http://schemas.microsoft.com/office/drawing/2014/main" id="{8D901CBD-9474-DB4F-2FA3-CEE07BE47BD3}"/>
                </a:ext>
              </a:extLst>
            </p:cNvPr>
            <p:cNvSpPr/>
            <p:nvPr/>
          </p:nvSpPr>
          <p:spPr>
            <a:xfrm>
              <a:off x="6615621" y="2219307"/>
              <a:ext cx="2654142" cy="611358"/>
            </a:xfrm>
            <a:custGeom>
              <a:avLst/>
              <a:gdLst/>
              <a:ahLst/>
              <a:cxnLst/>
              <a:rect l="l" t="t" r="r" b="b"/>
              <a:pathLst>
                <a:path w="81553" h="18785" fill="none" extrusionOk="0">
                  <a:moveTo>
                    <a:pt x="81553" y="18785"/>
                  </a:moveTo>
                  <a:lnTo>
                    <a:pt x="62768" y="0"/>
                  </a:lnTo>
                  <a:lnTo>
                    <a:pt x="47084" y="0"/>
                  </a:lnTo>
                  <a:lnTo>
                    <a:pt x="47084" y="10791"/>
                  </a:lnTo>
                  <a:lnTo>
                    <a:pt x="1" y="10791"/>
                  </a:lnTo>
                </a:path>
              </a:pathLst>
            </a:custGeom>
            <a:solidFill>
              <a:schemeClr val="dk1"/>
            </a:solidFill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08;p41">
              <a:extLst>
                <a:ext uri="{FF2B5EF4-FFF2-40B4-BE49-F238E27FC236}">
                  <a16:creationId xmlns:a16="http://schemas.microsoft.com/office/drawing/2014/main" id="{11991101-3E82-0868-0B66-5B456E249F64}"/>
                </a:ext>
              </a:extLst>
            </p:cNvPr>
            <p:cNvSpPr/>
            <p:nvPr/>
          </p:nvSpPr>
          <p:spPr>
            <a:xfrm>
              <a:off x="8125138" y="2550672"/>
              <a:ext cx="39607" cy="39607"/>
            </a:xfrm>
            <a:custGeom>
              <a:avLst/>
              <a:gdLst/>
              <a:ahLst/>
              <a:cxnLst/>
              <a:rect l="l" t="t" r="r" b="b"/>
              <a:pathLst>
                <a:path w="1217" h="1217" extrusionOk="0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09;p41">
              <a:extLst>
                <a:ext uri="{FF2B5EF4-FFF2-40B4-BE49-F238E27FC236}">
                  <a16:creationId xmlns:a16="http://schemas.microsoft.com/office/drawing/2014/main" id="{1385FB6F-C13A-2B1B-199E-93A6C5B86CC9}"/>
                </a:ext>
              </a:extLst>
            </p:cNvPr>
            <p:cNvSpPr/>
            <p:nvPr/>
          </p:nvSpPr>
          <p:spPr>
            <a:xfrm>
              <a:off x="7635482" y="1707875"/>
              <a:ext cx="1022922" cy="1022889"/>
            </a:xfrm>
            <a:custGeom>
              <a:avLst/>
              <a:gdLst/>
              <a:ahLst/>
              <a:cxnLst/>
              <a:rect l="l" t="t" r="r" b="b"/>
              <a:pathLst>
                <a:path w="31431" h="31430" fill="none" extrusionOk="0">
                  <a:moveTo>
                    <a:pt x="21035" y="2949"/>
                  </a:moveTo>
                  <a:cubicBezTo>
                    <a:pt x="28087" y="5867"/>
                    <a:pt x="31430" y="13952"/>
                    <a:pt x="28512" y="21035"/>
                  </a:cubicBezTo>
                  <a:cubicBezTo>
                    <a:pt x="25594" y="28086"/>
                    <a:pt x="17509" y="31430"/>
                    <a:pt x="10427" y="28512"/>
                  </a:cubicBezTo>
                  <a:cubicBezTo>
                    <a:pt x="3375" y="25594"/>
                    <a:pt x="1" y="17478"/>
                    <a:pt x="2949" y="10426"/>
                  </a:cubicBezTo>
                  <a:cubicBezTo>
                    <a:pt x="5867" y="3375"/>
                    <a:pt x="13953" y="1"/>
                    <a:pt x="21035" y="2949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10;p41">
              <a:extLst>
                <a:ext uri="{FF2B5EF4-FFF2-40B4-BE49-F238E27FC236}">
                  <a16:creationId xmlns:a16="http://schemas.microsoft.com/office/drawing/2014/main" id="{9DD896B7-BEA7-4E76-1855-AFE883837DDE}"/>
                </a:ext>
              </a:extLst>
            </p:cNvPr>
            <p:cNvSpPr/>
            <p:nvPr/>
          </p:nvSpPr>
          <p:spPr>
            <a:xfrm>
              <a:off x="7949075" y="2021471"/>
              <a:ext cx="347255" cy="347255"/>
            </a:xfrm>
            <a:custGeom>
              <a:avLst/>
              <a:gdLst/>
              <a:ahLst/>
              <a:cxnLst/>
              <a:rect l="l" t="t" r="r" b="b"/>
              <a:pathLst>
                <a:path w="10670" h="10670" fill="none" extrusionOk="0">
                  <a:moveTo>
                    <a:pt x="6110" y="10669"/>
                  </a:moveTo>
                  <a:cubicBezTo>
                    <a:pt x="2037" y="10669"/>
                    <a:pt x="0" y="5745"/>
                    <a:pt x="2858" y="2888"/>
                  </a:cubicBezTo>
                  <a:cubicBezTo>
                    <a:pt x="5745" y="0"/>
                    <a:pt x="10669" y="2037"/>
                    <a:pt x="10669" y="6110"/>
                  </a:cubicBezTo>
                  <a:cubicBezTo>
                    <a:pt x="10669" y="8633"/>
                    <a:pt x="8602" y="10669"/>
                    <a:pt x="6110" y="10669"/>
                  </a:cubicBezTo>
                  <a:close/>
                </a:path>
              </a:pathLst>
            </a:custGeom>
            <a:noFill/>
            <a:ln w="326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11;p41">
              <a:extLst>
                <a:ext uri="{FF2B5EF4-FFF2-40B4-BE49-F238E27FC236}">
                  <a16:creationId xmlns:a16="http://schemas.microsoft.com/office/drawing/2014/main" id="{A9EC9EF0-2D4A-8652-0DA4-401F7D214374}"/>
                </a:ext>
              </a:extLst>
            </p:cNvPr>
            <p:cNvSpPr/>
            <p:nvPr/>
          </p:nvSpPr>
          <p:spPr>
            <a:xfrm>
              <a:off x="6371009" y="2406273"/>
              <a:ext cx="327468" cy="328444"/>
            </a:xfrm>
            <a:custGeom>
              <a:avLst/>
              <a:gdLst/>
              <a:ahLst/>
              <a:cxnLst/>
              <a:rect l="l" t="t" r="r" b="b"/>
              <a:pathLst>
                <a:path w="10062" h="10092" extrusionOk="0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12;p41">
              <a:extLst>
                <a:ext uri="{FF2B5EF4-FFF2-40B4-BE49-F238E27FC236}">
                  <a16:creationId xmlns:a16="http://schemas.microsoft.com/office/drawing/2014/main" id="{A7B0365F-7B54-896A-DC98-76E27CDC40E9}"/>
                </a:ext>
              </a:extLst>
            </p:cNvPr>
            <p:cNvSpPr/>
            <p:nvPr/>
          </p:nvSpPr>
          <p:spPr>
            <a:xfrm>
              <a:off x="6403651" y="2439892"/>
              <a:ext cx="262183" cy="261174"/>
            </a:xfrm>
            <a:custGeom>
              <a:avLst/>
              <a:gdLst/>
              <a:ahLst/>
              <a:cxnLst/>
              <a:rect l="l" t="t" r="r" b="b"/>
              <a:pathLst>
                <a:path w="8056" h="8025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13;p41">
              <a:extLst>
                <a:ext uri="{FF2B5EF4-FFF2-40B4-BE49-F238E27FC236}">
                  <a16:creationId xmlns:a16="http://schemas.microsoft.com/office/drawing/2014/main" id="{4BCA46EB-D613-74D0-F641-DCAFB259F2F6}"/>
                </a:ext>
              </a:extLst>
            </p:cNvPr>
            <p:cNvSpPr/>
            <p:nvPr/>
          </p:nvSpPr>
          <p:spPr>
            <a:xfrm>
              <a:off x="6440263" y="2476504"/>
              <a:ext cx="188956" cy="187980"/>
            </a:xfrm>
            <a:custGeom>
              <a:avLst/>
              <a:gdLst/>
              <a:ahLst/>
              <a:cxnLst/>
              <a:rect l="l" t="t" r="r" b="b"/>
              <a:pathLst>
                <a:path w="5806" h="5776" extrusionOk="0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14;p41">
              <a:extLst>
                <a:ext uri="{FF2B5EF4-FFF2-40B4-BE49-F238E27FC236}">
                  <a16:creationId xmlns:a16="http://schemas.microsoft.com/office/drawing/2014/main" id="{325D967B-ACF0-E4CF-B503-107F8C4643FA}"/>
                </a:ext>
              </a:extLst>
            </p:cNvPr>
            <p:cNvSpPr/>
            <p:nvPr/>
          </p:nvSpPr>
          <p:spPr>
            <a:xfrm>
              <a:off x="7136942" y="2523986"/>
              <a:ext cx="582686" cy="91028"/>
            </a:xfrm>
            <a:custGeom>
              <a:avLst/>
              <a:gdLst/>
              <a:ahLst/>
              <a:cxnLst/>
              <a:rect l="l" t="t" r="r" b="b"/>
              <a:pathLst>
                <a:path w="17904" h="2797" extrusionOk="0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w="8350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1208;p44">
            <a:extLst>
              <a:ext uri="{FF2B5EF4-FFF2-40B4-BE49-F238E27FC236}">
                <a16:creationId xmlns:a16="http://schemas.microsoft.com/office/drawing/2014/main" id="{88F8B1BE-D884-65C8-C54A-49289B34ACA2}"/>
              </a:ext>
            </a:extLst>
          </p:cNvPr>
          <p:cNvGrpSpPr/>
          <p:nvPr/>
        </p:nvGrpSpPr>
        <p:grpSpPr>
          <a:xfrm rot="5400000" flipV="1">
            <a:off x="153659" y="3726422"/>
            <a:ext cx="3930942" cy="2193100"/>
            <a:chOff x="6498456" y="100370"/>
            <a:chExt cx="2835799" cy="1188100"/>
          </a:xfrm>
          <a:solidFill>
            <a:schemeClr val="bg1">
              <a:lumMod val="75000"/>
            </a:schemeClr>
          </a:solidFill>
        </p:grpSpPr>
        <p:sp>
          <p:nvSpPr>
            <p:cNvPr id="24" name="Google Shape;1210;p44">
              <a:extLst>
                <a:ext uri="{FF2B5EF4-FFF2-40B4-BE49-F238E27FC236}">
                  <a16:creationId xmlns:a16="http://schemas.microsoft.com/office/drawing/2014/main" id="{820957A2-CAE3-780F-D31E-CF09D03A83BB}"/>
                </a:ext>
              </a:extLst>
            </p:cNvPr>
            <p:cNvSpPr/>
            <p:nvPr/>
          </p:nvSpPr>
          <p:spPr>
            <a:xfrm>
              <a:off x="6498456" y="100370"/>
              <a:ext cx="169582" cy="190656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grp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09;p44">
              <a:extLst>
                <a:ext uri="{FF2B5EF4-FFF2-40B4-BE49-F238E27FC236}">
                  <a16:creationId xmlns:a16="http://schemas.microsoft.com/office/drawing/2014/main" id="{699231D1-CF3C-4D63-82C6-40B7D3D069D2}"/>
                </a:ext>
              </a:extLst>
            </p:cNvPr>
            <p:cNvSpPr/>
            <p:nvPr/>
          </p:nvSpPr>
          <p:spPr>
            <a:xfrm>
              <a:off x="6629576" y="186595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grpFill/>
            <a:ln w="28575" cap="flat" cmpd="sng">
              <a:solidFill>
                <a:schemeClr val="tx2">
                  <a:lumMod val="50000"/>
                </a:schemeClr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riângulo retângulo 25">
            <a:extLst>
              <a:ext uri="{FF2B5EF4-FFF2-40B4-BE49-F238E27FC236}">
                <a16:creationId xmlns:a16="http://schemas.microsoft.com/office/drawing/2014/main" id="{379380B4-78A9-3278-81D4-5CD511B401B6}"/>
              </a:ext>
            </a:extLst>
          </p:cNvPr>
          <p:cNvSpPr/>
          <p:nvPr/>
        </p:nvSpPr>
        <p:spPr>
          <a:xfrm rot="18947191">
            <a:off x="731696" y="-1821147"/>
            <a:ext cx="3737479" cy="3616699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Google Shape;10644;p69">
            <a:extLst>
              <a:ext uri="{FF2B5EF4-FFF2-40B4-BE49-F238E27FC236}">
                <a16:creationId xmlns:a16="http://schemas.microsoft.com/office/drawing/2014/main" id="{3964EC76-DB31-B834-5788-8BCCB539C70D}"/>
              </a:ext>
            </a:extLst>
          </p:cNvPr>
          <p:cNvSpPr/>
          <p:nvPr/>
        </p:nvSpPr>
        <p:spPr>
          <a:xfrm rot="20312677">
            <a:off x="10990489" y="75360"/>
            <a:ext cx="516733" cy="552554"/>
          </a:xfrm>
          <a:custGeom>
            <a:avLst/>
            <a:gdLst/>
            <a:ahLst/>
            <a:cxnLst/>
            <a:rect l="l" t="t" r="r" b="b"/>
            <a:pathLst>
              <a:path w="24034" h="24032" extrusionOk="0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0644;p69">
            <a:extLst>
              <a:ext uri="{FF2B5EF4-FFF2-40B4-BE49-F238E27FC236}">
                <a16:creationId xmlns:a16="http://schemas.microsoft.com/office/drawing/2014/main" id="{9C450E58-D254-4BEC-9E80-6EC0C91149ED}"/>
              </a:ext>
            </a:extLst>
          </p:cNvPr>
          <p:cNvSpPr/>
          <p:nvPr/>
        </p:nvSpPr>
        <p:spPr>
          <a:xfrm rot="20312677">
            <a:off x="11435735" y="426995"/>
            <a:ext cx="516733" cy="552554"/>
          </a:xfrm>
          <a:custGeom>
            <a:avLst/>
            <a:gdLst/>
            <a:ahLst/>
            <a:cxnLst/>
            <a:rect l="l" t="t" r="r" b="b"/>
            <a:pathLst>
              <a:path w="24034" h="24032" extrusionOk="0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0644;p69">
            <a:extLst>
              <a:ext uri="{FF2B5EF4-FFF2-40B4-BE49-F238E27FC236}">
                <a16:creationId xmlns:a16="http://schemas.microsoft.com/office/drawing/2014/main" id="{714BFB79-C525-687F-DABA-BCBC3594AF44}"/>
              </a:ext>
            </a:extLst>
          </p:cNvPr>
          <p:cNvSpPr/>
          <p:nvPr/>
        </p:nvSpPr>
        <p:spPr>
          <a:xfrm rot="20312677">
            <a:off x="11357984" y="1004148"/>
            <a:ext cx="516733" cy="552554"/>
          </a:xfrm>
          <a:custGeom>
            <a:avLst/>
            <a:gdLst/>
            <a:ahLst/>
            <a:cxnLst/>
            <a:rect l="l" t="t" r="r" b="b"/>
            <a:pathLst>
              <a:path w="24034" h="24032" extrusionOk="0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10644;p69">
            <a:extLst>
              <a:ext uri="{FF2B5EF4-FFF2-40B4-BE49-F238E27FC236}">
                <a16:creationId xmlns:a16="http://schemas.microsoft.com/office/drawing/2014/main" id="{4DEF7FDD-A4A6-B115-363C-E9647571F33C}"/>
              </a:ext>
            </a:extLst>
          </p:cNvPr>
          <p:cNvSpPr/>
          <p:nvPr/>
        </p:nvSpPr>
        <p:spPr>
          <a:xfrm rot="20312677">
            <a:off x="10632034" y="6044906"/>
            <a:ext cx="516733" cy="552554"/>
          </a:xfrm>
          <a:custGeom>
            <a:avLst/>
            <a:gdLst/>
            <a:ahLst/>
            <a:cxnLst/>
            <a:rect l="l" t="t" r="r" b="b"/>
            <a:pathLst>
              <a:path w="24034" h="24032" extrusionOk="0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0644;p69">
            <a:extLst>
              <a:ext uri="{FF2B5EF4-FFF2-40B4-BE49-F238E27FC236}">
                <a16:creationId xmlns:a16="http://schemas.microsoft.com/office/drawing/2014/main" id="{2D994840-4352-FFC7-3A7D-56712C0570EB}"/>
              </a:ext>
            </a:extLst>
          </p:cNvPr>
          <p:cNvSpPr/>
          <p:nvPr/>
        </p:nvSpPr>
        <p:spPr>
          <a:xfrm rot="20312677">
            <a:off x="11230209" y="5753638"/>
            <a:ext cx="866594" cy="773634"/>
          </a:xfrm>
          <a:custGeom>
            <a:avLst/>
            <a:gdLst/>
            <a:ahLst/>
            <a:cxnLst/>
            <a:rect l="l" t="t" r="r" b="b"/>
            <a:pathLst>
              <a:path w="24034" h="24032" extrusionOk="0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10644;p69">
            <a:extLst>
              <a:ext uri="{FF2B5EF4-FFF2-40B4-BE49-F238E27FC236}">
                <a16:creationId xmlns:a16="http://schemas.microsoft.com/office/drawing/2014/main" id="{E54E1A40-9D58-EE56-146B-49E3D62C14C6}"/>
              </a:ext>
            </a:extLst>
          </p:cNvPr>
          <p:cNvSpPr/>
          <p:nvPr/>
        </p:nvSpPr>
        <p:spPr>
          <a:xfrm rot="20312677">
            <a:off x="11591507" y="5152986"/>
            <a:ext cx="516733" cy="552554"/>
          </a:xfrm>
          <a:custGeom>
            <a:avLst/>
            <a:gdLst/>
            <a:ahLst/>
            <a:cxnLst/>
            <a:rect l="l" t="t" r="r" b="b"/>
            <a:pathLst>
              <a:path w="24034" h="24032" extrusionOk="0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941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mputador Tecnológico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A5BD1D-8135-42D8-ABF8-44443CA48A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C59537F-409C-4C74-9741-52B15E1A00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2C8949B-F962-4EE2-A6DE-BE9966096A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empresarial tecnológica com design de circuito impresso (ecrã panorâmico)</Template>
  <TotalTime>1440</TotalTime>
  <Words>296</Words>
  <Application>Microsoft Office PowerPoint</Application>
  <PresentationFormat>Widescreen</PresentationFormat>
  <Paragraphs>40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 corpo</vt:lpstr>
      <vt:lpstr>Candara</vt:lpstr>
      <vt:lpstr>Consolas</vt:lpstr>
      <vt:lpstr>Computador Tecnológico 16x9</vt:lpstr>
      <vt:lpstr>Extração de Água de um Poço </vt:lpstr>
      <vt:lpstr>Sensores  e Atuadores </vt:lpstr>
      <vt:lpstr>Sensor de Humidade</vt:lpstr>
      <vt:lpstr>PowerPoint Presentation</vt:lpstr>
      <vt:lpstr>PowerPoint Presentation</vt:lpstr>
      <vt:lpstr>PowerPoint Presentation</vt:lpstr>
      <vt:lpstr>Outros componentes utilizados</vt:lpstr>
      <vt:lpstr>PowerPoint Presentation</vt:lpstr>
      <vt:lpstr>PowerPoint Presentation</vt:lpstr>
      <vt:lpstr>Execução do projeto</vt:lpstr>
      <vt:lpstr>Implementação do Circuito</vt:lpstr>
      <vt:lpstr>Protótipo Final</vt:lpstr>
      <vt:lpstr>Conclusão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Extração de Água de um Poço</dc:title>
  <dc:creator>Madalena Ferreira</dc:creator>
  <cp:lastModifiedBy>Rita Soares</cp:lastModifiedBy>
  <cp:revision>3</cp:revision>
  <dcterms:created xsi:type="dcterms:W3CDTF">2024-06-19T17:35:54Z</dcterms:created>
  <dcterms:modified xsi:type="dcterms:W3CDTF">2024-06-23T20:47:32Z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